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ef741ff514c435f" /><Relationship Type="http://schemas.openxmlformats.org/officeDocument/2006/relationships/extended-properties" Target="/docProps/app.xml" Id="R3a755fbf67074818" /><Relationship Type="http://schemas.openxmlformats.org/officeDocument/2006/relationships/officeDocument" Target="/ppt/presentation.xml" Id="R8a8cd1e728764bad" /></Relationships>
</file>

<file path=ppt/presentation.xml><?xml version="1.0" encoding="utf-8"?>
<p:presentation xmlns:p="http://schemas.openxmlformats.org/presentationml/2006/main">
  <p:sldMasterIdLst>
    <p:sldMasterId xmlns:r="http://schemas.openxmlformats.org/officeDocument/2006/relationships" id="2147483648" r:id="Rb8c4614ba23542bb"/>
  </p:sldMasterIdLst>
  <p:notesMasterIdLst>
    <p:notesMasterId xmlns:r="http://schemas.openxmlformats.org/officeDocument/2006/relationships" r:id="R89f17c1c0bee48d5"/>
  </p:notesMasterIdLst>
  <p:sldIdLst>
    <p:sldId xmlns:r="http://schemas.openxmlformats.org/officeDocument/2006/relationships" id="256" r:id="R7626ac659330430b"/>
    <p:sldId xmlns:r="http://schemas.openxmlformats.org/officeDocument/2006/relationships" id="257" r:id="Rea920d097c964ff2"/>
    <p:sldId xmlns:r="http://schemas.openxmlformats.org/officeDocument/2006/relationships" id="258" r:id="Rc3f32a73c0e54a96"/>
    <p:sldId xmlns:r="http://schemas.openxmlformats.org/officeDocument/2006/relationships" id="259" r:id="R7b82dacff0e4422e"/>
    <p:sldId xmlns:r="http://schemas.openxmlformats.org/officeDocument/2006/relationships" id="260" r:id="Rb2cb8b5850e9497e"/>
    <p:sldId xmlns:r="http://schemas.openxmlformats.org/officeDocument/2006/relationships" id="261" r:id="Rd87e0268736e4c17"/>
    <p:sldId xmlns:r="http://schemas.openxmlformats.org/officeDocument/2006/relationships" id="262" r:id="R91d5643ad9ff4dc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47cbb8229f3425e" /><Relationship Type="http://schemas.openxmlformats.org/officeDocument/2006/relationships/slideMaster" Target="/ppt/slideMasters/slideMaster1.xml" Id="Rb8c4614ba23542bb" /><Relationship Type="http://schemas.openxmlformats.org/officeDocument/2006/relationships/notesMaster" Target="/ppt/notesMasters/notesMaster1.xml" Id="R89f17c1c0bee48d5" /><Relationship Type="http://schemas.openxmlformats.org/officeDocument/2006/relationships/presProps" Target="/ppt/presProps.xml" Id="R813287ddd9a74f85" /><Relationship Type="http://schemas.openxmlformats.org/officeDocument/2006/relationships/tableStyles" Target="/ppt/tableStyles.xml" Id="Rd6d53e168e8f4322" /><Relationship Type="http://schemas.openxmlformats.org/officeDocument/2006/relationships/slide" Target="/ppt/slides/slide1.xml" Id="R7626ac659330430b" /><Relationship Type="http://schemas.openxmlformats.org/officeDocument/2006/relationships/slide" Target="/ppt/slides/slide2.xml" Id="Rea920d097c964ff2" /><Relationship Type="http://schemas.openxmlformats.org/officeDocument/2006/relationships/slide" Target="/ppt/slides/slide3.xml" Id="Rc3f32a73c0e54a96" /><Relationship Type="http://schemas.openxmlformats.org/officeDocument/2006/relationships/slide" Target="/ppt/slides/slide4.xml" Id="R7b82dacff0e4422e" /><Relationship Type="http://schemas.openxmlformats.org/officeDocument/2006/relationships/slide" Target="/ppt/slides/slide5.xml" Id="Rb2cb8b5850e9497e" /><Relationship Type="http://schemas.openxmlformats.org/officeDocument/2006/relationships/slide" Target="/ppt/slides/slide6.xml" Id="Rd87e0268736e4c17" /><Relationship Type="http://schemas.openxmlformats.org/officeDocument/2006/relationships/slide" Target="/ppt/slides/slide7.xml" Id="R91d5643ad9ff4dc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54cb34346e6465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7359c06453d4607" /><Relationship Type="http://schemas.openxmlformats.org/officeDocument/2006/relationships/notesMaster" Target="/ppt/notesMasters/notesMaster1.xml" Id="R140fa47532ce44ca" /></Relationships>
</file>

<file path=ppt/notesSlides/_rels/notesSlide2.xml.rels>&#65279;<?xml version="1.0" encoding="utf-8"?><Relationships xmlns="http://schemas.openxmlformats.org/package/2006/relationships"><Relationship Type="http://schemas.openxmlformats.org/officeDocument/2006/relationships/slide" Target="/ppt/slides/slide2.xml" Id="R6de7b4a039064df1" /><Relationship Type="http://schemas.openxmlformats.org/officeDocument/2006/relationships/notesMaster" Target="/ppt/notesMasters/notesMaster1.xml" Id="Rc0d1387ceee449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d6a748f0c29a4d8a" /><Relationship Type="http://schemas.openxmlformats.org/officeDocument/2006/relationships/notesMaster" Target="/ppt/notesMasters/notesMaster1.xml" Id="R1cc3fc2da46b445d" /></Relationships>
</file>

<file path=ppt/notesSlides/_rels/notesSlide4.xml.rels>&#65279;<?xml version="1.0" encoding="utf-8"?><Relationships xmlns="http://schemas.openxmlformats.org/package/2006/relationships"><Relationship Type="http://schemas.openxmlformats.org/officeDocument/2006/relationships/slide" Target="/ppt/slides/slide4.xml" Id="R3af57574dce7420a" /><Relationship Type="http://schemas.openxmlformats.org/officeDocument/2006/relationships/notesMaster" Target="/ppt/notesMasters/notesMaster1.xml" Id="Rc5c40abde9824cff" /></Relationships>
</file>

<file path=ppt/notesSlides/_rels/notesSlide5.xml.rels>&#65279;<?xml version="1.0" encoding="utf-8"?><Relationships xmlns="http://schemas.openxmlformats.org/package/2006/relationships"><Relationship Type="http://schemas.openxmlformats.org/officeDocument/2006/relationships/slide" Target="/ppt/slides/slide5.xml" Id="R67ee649b6e244e55" /><Relationship Type="http://schemas.openxmlformats.org/officeDocument/2006/relationships/notesMaster" Target="/ppt/notesMasters/notesMaster1.xml" Id="R1433a830d70c4e40" /></Relationships>
</file>

<file path=ppt/notesSlides/_rels/notesSlide6.xml.rels>&#65279;<?xml version="1.0" encoding="utf-8"?><Relationships xmlns="http://schemas.openxmlformats.org/package/2006/relationships"><Relationship Type="http://schemas.openxmlformats.org/officeDocument/2006/relationships/slide" Target="/ppt/slides/slide6.xml" Id="R1f76e3b7aa67494a" /><Relationship Type="http://schemas.openxmlformats.org/officeDocument/2006/relationships/notesMaster" Target="/ppt/notesMasters/notesMaster1.xml" Id="Rf426502364af4b43" /></Relationships>
</file>

<file path=ppt/notesSlides/_rels/notesSlide7.xml.rels>&#65279;<?xml version="1.0" encoding="utf-8"?><Relationships xmlns="http://schemas.openxmlformats.org/package/2006/relationships"><Relationship Type="http://schemas.openxmlformats.org/officeDocument/2006/relationships/slide" Target="/ppt/slides/slide7.xml" Id="R9d3008b10aa9439d" /><Relationship Type="http://schemas.openxmlformats.org/officeDocument/2006/relationships/notesMaster" Target="/ppt/notesMasters/notesMaster1.xml" Id="R5e7d1fdab9124fc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LifeROI helps people understand the future impact of saving three resources: money, time and energy. Instead of showing isolated numbers, it turns everyday choices into a motivating picture of the future. In the next few minutes, I will explain the user experience, the calculation flow, and the technical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central idea is simple. People usually track money, time and energy separately, even though all three influence the quality of life. LifeROI brings them together. A small financial saving can support a goal, recovered time can be invested in learning or fitness, and preserved energy can improve consistency and wellbeing.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dashboard separates the three resources clearly while keeping them connected in the overview. Each resource view explains the current pattern, the opportunity to save, and the future effect. The future projections show what changes if the user follows the plan consistently. The investment section suggests constructive uses for every saved resource.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begins when the user uploads information or generates a demo statement. LifeROI organises the information into money, time and energy. Deterministic calculations estimate the savings and project the long-term effect. The system then recommends how the recovered resources can be invested and responds with encouraging guidance whenever the user changes an input.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Technically, the frontend is built with React 19 and TypeScript. The interface is divided into Overview, Resources, Future Projections, Investment, Advisor and Upload experiences. Shared services maintain the generated resource state and perform the projection calculations, so every section updates from the same data. A Cloudflare Worker delivers the public application.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slide shows the planned production backend. Authentication protects each user’s data. Uploaded documents are validated and stored privately in Cloudflare R2. An AI extraction service converts them into structured money, time and energy records. The user reviews the result before it is saved in D1. The calculation engine then creates projections and recommendations. The current public build is a synthetic prototype and does not yet store or analyse document contents.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demonstrate the project, start by generating a demo statement. Open the Overview to show the combined opportunity, then move through Money, Time and Energy. Change the time horizon or saving percentage so the audience can see the projections respond. Finally, open Investment to show how LifeROI converts savings into useful actions. The key message is that LifeROI makes small improvements feel meaningful because it connects them to a better future.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fceb061bbc1649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ed7a5c4faa54a1e" /><Relationship Type="http://schemas.openxmlformats.org/officeDocument/2006/relationships/slideLayout" Target="/ppt/slideLayouts/slideLayout1.xml" Id="R7df637b660ec42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df637b660ec428a"/>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ea9cc6c36bf347b8" /><Relationship Type="http://schemas.openxmlformats.org/officeDocument/2006/relationships/image" Target="/ppt/media/image.png" Id="R08718e5197014778" /><Relationship Type="http://schemas.openxmlformats.org/officeDocument/2006/relationships/notesSlide" Target="/ppt/notesSlides/notesSlide1.xml" Id="R2614012e283643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b1486591d9ca4f9d" /><Relationship Type="http://schemas.openxmlformats.org/officeDocument/2006/relationships/notesSlide" Target="/ppt/notesSlides/notesSlide2.xml" Id="Rc3dbc625ce1d4f83"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11d7eb7a8754db7" /><Relationship Type="http://schemas.openxmlformats.org/officeDocument/2006/relationships/notesSlide" Target="/ppt/notesSlides/notesSlide3.xml" Id="R93920de8ac034782"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4dcea29421624cc0" /><Relationship Type="http://schemas.openxmlformats.org/officeDocument/2006/relationships/notesSlide" Target="/ppt/notesSlides/notesSlide4.xml" Id="Rcf86a399a1874aa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e887ffa219741ff" /><Relationship Type="http://schemas.openxmlformats.org/officeDocument/2006/relationships/notesSlide" Target="/ppt/notesSlides/notesSlide5.xml" Id="Refd8bfd344bb41ac"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9b0ec9de74f4c40" /><Relationship Type="http://schemas.openxmlformats.org/officeDocument/2006/relationships/notesSlide" Target="/ppt/notesSlides/notesSlide6.xml" Id="R37a40f2d88c44e7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d53e5326ac4b4152" /><Relationship Type="http://schemas.openxmlformats.org/officeDocument/2006/relationships/hyperlink" Target="https://liferoi-resource-intelligence.amsmani1993.chatgpt.site/" TargetMode="External" Id="Rce072f400a994d2a" /><Relationship Type="http://schemas.openxmlformats.org/officeDocument/2006/relationships/hyperlink" Target="https://liferoi-resource-intelligence.amsmani1993.chatgpt.site/" TargetMode="External" Id="Rf0204778a4c64913" /><Relationship Type="http://schemas.openxmlformats.org/officeDocument/2006/relationships/notesSlide" Target="/ppt/notesSlides/notesSlide7.xml" Id="R77c374c2b8294ab2" /></Relationships>
</file>

<file path=ppt/slides/slide1.xml><?xml version="1.0" encoding="utf-8"?>
<p:sld xmlns:p="http://schemas.openxmlformats.org/presentationml/2006/main">
  <p:cSld>
    <p:bg>
      <p:bgPr>
        <a:solidFill xmlns:a="http://schemas.openxmlformats.org/drawingml/2006/main">
          <a:srgbClr val="090B1A"/>
        </a:solidFill>
      </p:bgPr>
    </p:bg>
    <p:spTree>
      <p:nvGrpSpPr>
        <p:cNvPr id="1" name=""/>
        <p:cNvGrpSpPr/>
        <p:nvPr/>
      </p:nvGrpSpPr>
      <p:grpSpPr>
        <a:xfrm xmlns:a="http://schemas.openxmlformats.org/drawingml/2006/main"/>
      </p:grpSpPr>
      <p:pic>
        <p:nvPicPr>
          <p:cNvPr id="6" name=""/>
          <p:cNvPicPr>
            <a:picLocks xmlns:a="http://schemas.openxmlformats.org/drawingml/2006/main" noChangeAspect="1"/>
          </p:cNvPicPr>
          <p:nvPr/>
        </p:nvPicPr>
        <p:blipFill>
          <a:blip xmlns:r="http://schemas.openxmlformats.org/officeDocument/2006/relationships" xmlns:a="http://schemas.openxmlformats.org/drawingml/2006/main" r:embed="R08718e5197014778"/>
          <a:srcRect xmlns:a="http://schemas.openxmlformats.org/drawingml/2006/main" l="262" t="0" r="262" b="0"/>
          <a:stretch xmlns:a="http://schemas.openxmlformats.org/drawingml/2006/main">
            <a:fillRect l="0" t="0" r="0" b="0"/>
          </a:stretch>
        </p:blipFill>
        <p:spPr>
          <a:xfrm xmlns:a="http://schemas.openxmlformats.org/drawingml/2006/main">
            <a:off x="8096250" y="0"/>
            <a:ext cx="4095750" cy="6858000"/>
          </a:xfrm>
          <a:prstGeom xmlns:a="http://schemas.openxmlformats.org/drawingml/2006/main" prst="rect">
            <a:avLst/>
          </a:prstGeom>
        </p:spPr>
      </p:pic>
      <p:sp>
        <p:nvSpPr>
          <p:cNvPr id="2" name="brand">
            <a:extLst xmlns:a="http://schemas.openxmlformats.org/drawingml/2006/main">
              <a:ext uri="{FF2B5EF4-FFF2-40B4-BE49-F238E27FC236}">
                <a16:creationId xmlns:a16="http://schemas.microsoft.com/office/drawing/2014/main" id="{FBF61D09-14F7-4B3E-B4EF-7B6646D39034}"/>
              </a:ext>
            </a:extLst>
          </p:cNvPr>
          <p:cNvSpPr>
            <a:spLocks xmlns:a="http://schemas.openxmlformats.org/drawingml/2006/main" noGrp="1"/>
          </p:cNvSpPr>
          <p:nvPr/>
        </p:nvSpPr>
        <p:spPr>
          <a:xfrm xmlns:a="http://schemas.openxmlformats.org/drawingml/2006/main">
            <a:off x="1190625" y="361950"/>
            <a:ext cx="57150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4050" b="1">
                <a:solidFill>
                  <a:srgbClr val="35D6D0"/>
                </a:solidFill>
                <a:latin typeface="Arial"/>
                <a:ea typeface="Arial"/>
                <a:cs typeface="Arial"/>
              </a:defRPr>
            </a:pPr>
            <a:r>
              <a:rPr sz="4050" b="1">
                <a:solidFill>
                  <a:srgbClr val="35D6D0"/>
                </a:solidFill>
                <a:latin typeface="Arial"/>
                <a:ea typeface="Arial"/>
                <a:cs typeface="Arial"/>
              </a:rPr>
              <a:t>LIFEROI  </a:t>
            </a:r>
            <a:r>
              <a:rPr sz="4050" b="1">
                <a:solidFill>
                  <a:srgbClr val="7C6CFF"/>
                </a:solidFill>
                <a:latin typeface="Arial"/>
                <a:ea typeface="Arial"/>
                <a:cs typeface="Arial"/>
              </a:rPr>
              <a:t>∞</a:t>
            </a:r>
          </a:p>
        </p:txBody>
      </p:sp>
      <p:sp>
        <p:nvSpPr>
          <p:cNvPr id="3" name="cover-title">
            <a:extLst xmlns:a="http://schemas.openxmlformats.org/drawingml/2006/main">
              <a:ext uri="{FF2B5EF4-FFF2-40B4-BE49-F238E27FC236}">
                <a16:creationId xmlns:a16="http://schemas.microsoft.com/office/drawing/2014/main" id="{F51CAE18-3A6C-412A-A040-B7E87549B3EC}"/>
              </a:ext>
            </a:extLst>
          </p:cNvPr>
          <p:cNvSpPr>
            <a:spLocks xmlns:a="http://schemas.openxmlformats.org/drawingml/2006/main" noGrp="1"/>
          </p:cNvSpPr>
          <p:nvPr/>
        </p:nvSpPr>
        <p:spPr>
          <a:xfrm xmlns:a="http://schemas.openxmlformats.org/drawingml/2006/main">
            <a:off x="714375" y="1638300"/>
            <a:ext cx="6667500" cy="1809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4950" b="1">
                <a:solidFill>
                  <a:srgbClr val="F7F7FF"/>
                </a:solidFill>
                <a:latin typeface="Arial"/>
                <a:ea typeface="Arial"/>
                <a:cs typeface="Arial"/>
              </a:defRPr>
            </a:pPr>
            <a:r>
              <a:rPr sz="4950" b="1">
                <a:solidFill>
                  <a:srgbClr val="F7F7FF"/>
                </a:solidFill>
                <a:latin typeface="Arial"/>
                <a:ea typeface="Arial"/>
                <a:cs typeface="Arial"/>
              </a:rPr>
              <a:t>Turn daily savings</a:t>
            </a:r>
          </a:p>
          <a:p xmlns:a="http://schemas.openxmlformats.org/drawingml/2006/main">
            <a:pPr algn="ctr">
              <a:defRPr sz="4950" b="1">
                <a:solidFill>
                  <a:srgbClr val="F7F7FF"/>
                </a:solidFill>
                <a:latin typeface="Arial"/>
                <a:ea typeface="Arial"/>
                <a:cs typeface="Arial"/>
              </a:defRPr>
            </a:pPr>
            <a:r>
              <a:rPr sz="4950" b="1">
                <a:solidFill>
                  <a:srgbClr val="F7F7FF"/>
                </a:solidFill>
                <a:latin typeface="Arial"/>
                <a:ea typeface="Arial"/>
                <a:cs typeface="Arial"/>
              </a:rPr>
              <a:t>into a better future</a:t>
            </a:r>
          </a:p>
        </p:txBody>
      </p:sp>
      <p:sp>
        <p:nvSpPr>
          <p:cNvPr id="4" name="cover-subtitle">
            <a:extLst xmlns:a="http://schemas.openxmlformats.org/drawingml/2006/main">
              <a:ext uri="{FF2B5EF4-FFF2-40B4-BE49-F238E27FC236}">
                <a16:creationId xmlns:a16="http://schemas.microsoft.com/office/drawing/2014/main" id="{273711ED-6D03-4653-B4BE-5A973422E8BA}"/>
              </a:ext>
            </a:extLst>
          </p:cNvPr>
          <p:cNvSpPr>
            <a:spLocks xmlns:a="http://schemas.openxmlformats.org/drawingml/2006/main" noGrp="1"/>
          </p:cNvSpPr>
          <p:nvPr/>
        </p:nvSpPr>
        <p:spPr>
          <a:xfrm xmlns:a="http://schemas.openxmlformats.org/drawingml/2006/main">
            <a:off x="952500" y="3733800"/>
            <a:ext cx="61912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100" b="0">
                <a:solidFill>
                  <a:srgbClr val="A9B0CB"/>
                </a:solidFill>
                <a:latin typeface="Arial"/>
                <a:ea typeface="Arial"/>
                <a:cs typeface="Arial"/>
              </a:defRPr>
            </a:pPr>
            <a:r>
              <a:rPr sz="2100" b="0">
                <a:solidFill>
                  <a:srgbClr val="A9B0CB"/>
                </a:solidFill>
                <a:latin typeface="Arial"/>
                <a:ea typeface="Arial"/>
                <a:cs typeface="Arial"/>
              </a:rPr>
              <a:t>A Resource Intelligence platform for money, time and energy</a:t>
            </a:r>
          </a:p>
        </p:txBody>
      </p:sp>
      <p:sp>
        <p:nvSpPr>
          <p:cNvPr id="5" name="cover-url">
            <a:extLst xmlns:a="http://schemas.openxmlformats.org/drawingml/2006/main">
              <a:ext uri="{FF2B5EF4-FFF2-40B4-BE49-F238E27FC236}">
                <a16:creationId xmlns:a16="http://schemas.microsoft.com/office/drawing/2014/main" id="{DA25CD09-6577-4892-B541-487EF4ABC740}"/>
              </a:ext>
            </a:extLst>
          </p:cNvPr>
          <p:cNvSpPr>
            <a:spLocks xmlns:a="http://schemas.openxmlformats.org/drawingml/2006/main" noGrp="1"/>
          </p:cNvSpPr>
          <p:nvPr/>
        </p:nvSpPr>
        <p:spPr>
          <a:xfrm xmlns:a="http://schemas.openxmlformats.org/drawingml/2006/main">
            <a:off x="609600" y="5829300"/>
            <a:ext cx="685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0">
                <a:solidFill>
                  <a:srgbClr val="F7F7FF"/>
                </a:solidFill>
                <a:latin typeface="Arial"/>
                <a:ea typeface="Arial"/>
                <a:cs typeface="Arial"/>
              </a:defRPr>
            </a:pPr>
            <a:r>
              <a:rPr sz="1350" b="0">
                <a:solidFill>
                  <a:srgbClr val="F7F7FF"/>
                </a:solidFill>
                <a:latin typeface="Arial"/>
                <a:ea typeface="Arial"/>
                <a:cs typeface="Arial"/>
              </a:rPr>
              <a:t>liferoi-resource-intelligence.amsmani1993.chatgpt.site</a:t>
            </a:r>
          </a:p>
        </p:txBody>
      </p:sp>
    </p:spTree>
    <p:extLst>
      <p:ext uri="{BB962C8B-B14F-4D97-AF65-F5344CB8AC3E}">
        <p14:creationId xmlns:p14="http://schemas.microsoft.com/office/powerpoint/2010/main" val="330936308"/>
      </p:ext>
    </p:extLst>
  </p:cSld>
</p:sld>
</file>

<file path=ppt/slides/slide2.xml><?xml version="1.0" encoding="utf-8"?>
<p:sld xmlns:p="http://schemas.openxmlformats.org/presentationml/2006/main">
  <p:cSld>
    <p:bg>
      <p:bgPr>
        <a:solidFill xmlns:a="http://schemas.openxmlformats.org/drawingml/2006/main">
          <a:srgbClr val="090B1A"/>
        </a:solidFill>
      </p:bgPr>
    </p:bg>
    <p:spTree>
      <p:nvGrpSpPr>
        <p:cNvPr id="1" name=""/>
        <p:cNvGrpSpPr/>
        <p:nvPr/>
      </p:nvGrpSpPr>
      <p:grpSpPr>
        <a:xfrm xmlns:a="http://schemas.openxmlformats.org/drawingml/2006/main"/>
      </p:grpSpPr>
      <p:sp>
        <p:nvSpPr>
          <p:cNvPr id="18" name="eyebrow-2">
            <a:extLst xmlns:a="http://schemas.openxmlformats.org/drawingml/2006/main">
              <a:ext uri="{FF2B5EF4-FFF2-40B4-BE49-F238E27FC236}">
                <a16:creationId xmlns:a16="http://schemas.microsoft.com/office/drawing/2014/main" id="{55D5C5F6-487D-4B79-8E47-BB8223C3E000}"/>
              </a:ext>
            </a:extLst>
          </p:cNvPr>
          <p:cNvSpPr>
            <a:spLocks xmlns:a="http://schemas.openxmlformats.org/drawingml/2006/main" noGrp="1"/>
          </p:cNvSpPr>
          <p:nvPr/>
        </p:nvSpPr>
        <p:spPr>
          <a:xfrm xmlns:a="http://schemas.openxmlformats.org/drawingml/2006/main">
            <a:off x="609600" y="4000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35D6D0"/>
                </a:solidFill>
                <a:latin typeface="Arial"/>
                <a:ea typeface="Arial"/>
                <a:cs typeface="Arial"/>
              </a:defRPr>
            </a:pPr>
            <a:r>
              <a:rPr sz="1200" b="1">
                <a:solidFill>
                  <a:srgbClr val="35D6D0"/>
                </a:solidFill>
                <a:latin typeface="Arial"/>
                <a:ea typeface="Arial"/>
                <a:cs typeface="Arial"/>
              </a:rPr>
              <a:t>THE IDEA</a:t>
            </a:r>
          </a:p>
        </p:txBody>
      </p:sp>
      <p:sp>
        <p:nvSpPr>
          <p:cNvPr id="2" name="title-2">
            <a:extLst xmlns:a="http://schemas.openxmlformats.org/drawingml/2006/main">
              <a:ext uri="{FF2B5EF4-FFF2-40B4-BE49-F238E27FC236}">
                <a16:creationId xmlns:a16="http://schemas.microsoft.com/office/drawing/2014/main" id="{214C3286-E591-4F5A-B4C3-5075D6777AEE}"/>
              </a:ext>
            </a:extLst>
          </p:cNvPr>
          <p:cNvSpPr>
            <a:spLocks xmlns:a="http://schemas.openxmlformats.org/drawingml/2006/main" noGrp="1"/>
          </p:cNvSpPr>
          <p:nvPr/>
        </p:nvSpPr>
        <p:spPr>
          <a:xfrm xmlns:a="http://schemas.openxmlformats.org/drawingml/2006/main">
            <a:off x="609600" y="742950"/>
            <a:ext cx="1090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00" b="1">
                <a:solidFill>
                  <a:srgbClr val="F7F7FF"/>
                </a:solidFill>
                <a:latin typeface="Arial"/>
                <a:ea typeface="Arial"/>
                <a:cs typeface="Arial"/>
              </a:defRPr>
            </a:pPr>
            <a:r>
              <a:rPr sz="3600" b="1">
                <a:solidFill>
                  <a:srgbClr val="F7F7FF"/>
                </a:solidFill>
                <a:latin typeface="Arial"/>
                <a:ea typeface="Arial"/>
                <a:cs typeface="Arial"/>
              </a:rPr>
              <a:t>Small choices can create a large life impact</a:t>
            </a:r>
          </a:p>
        </p:txBody>
      </p:sp>
      <p:sp>
        <p:nvSpPr>
          <p:cNvPr id="3" name="page-2">
            <a:extLst xmlns:a="http://schemas.openxmlformats.org/drawingml/2006/main">
              <a:ext uri="{FF2B5EF4-FFF2-40B4-BE49-F238E27FC236}">
                <a16:creationId xmlns:a16="http://schemas.microsoft.com/office/drawing/2014/main" id="{E6026475-A95E-4D38-B499-37335DABB778}"/>
              </a:ext>
            </a:extLst>
          </p:cNvPr>
          <p:cNvSpPr>
            <a:spLocks xmlns:a="http://schemas.openxmlformats.org/drawingml/2006/main" noGrp="1"/>
          </p:cNvSpPr>
          <p:nvPr/>
        </p:nvSpPr>
        <p:spPr>
          <a:xfrm xmlns:a="http://schemas.openxmlformats.org/drawingml/2006/main">
            <a:off x="11239500" y="61912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200" b="0">
                <a:solidFill>
                  <a:srgbClr val="A9B0CB"/>
                </a:solidFill>
                <a:latin typeface="Arial"/>
                <a:ea typeface="Arial"/>
                <a:cs typeface="Arial"/>
              </a:defRPr>
            </a:pPr>
            <a:r>
              <a:rPr sz="1200" b="0">
                <a:solidFill>
                  <a:srgbClr val="A9B0CB"/>
                </a:solidFill>
                <a:latin typeface="Arial"/>
                <a:ea typeface="Arial"/>
                <a:cs typeface="Arial"/>
              </a:rPr>
              <a:t>02</a:t>
            </a:r>
          </a:p>
        </p:txBody>
      </p:sp>
      <p:cxnSp>
        <p:nvCxnSpPr>
          <p:cNvPr id="21" name="impact-line"/>
          <p:cNvCxnSpPr/>
          <p:nvPr/>
        </p:nvCxnSpPr>
        <p:spPr>
          <a:xfrm xmlns:a="http://schemas.openxmlformats.org/drawingml/2006/main">
            <a:off x="1524000" y="3333750"/>
            <a:ext cx="9144000" cy="0"/>
          </a:xfrm>
          <a:prstGeom xmlns:a="http://schemas.openxmlformats.org/drawingml/2006/main" prst="straightConnector1">
            <a:avLst/>
          </a:prstGeom>
          <a:ln xmlns:a="http://schemas.openxmlformats.org/drawingml/2006/main" w="28575">
            <a:solidFill>
              <a:srgbClr val="313858"/>
            </a:solidFill>
            <a:prstDash val="solid"/>
          </a:ln>
        </p:spPr>
      </p:cxnSp>
      <p:sp>
        <p:nvSpPr>
          <p:cNvPr id="5" name="idea-circle-0">
            <a:extLst xmlns:a="http://schemas.openxmlformats.org/drawingml/2006/main">
              <a:ext uri="{FF2B5EF4-FFF2-40B4-BE49-F238E27FC236}">
                <a16:creationId xmlns:a16="http://schemas.microsoft.com/office/drawing/2014/main" id="{784EF3E4-5C2D-4C58-AF44-CD9976A5EA71}"/>
              </a:ext>
            </a:extLst>
          </p:cNvPr>
          <p:cNvSpPr>
            <a:spLocks xmlns:a="http://schemas.openxmlformats.org/drawingml/2006/main" noGrp="1"/>
          </p:cNvSpPr>
          <p:nvPr/>
        </p:nvSpPr>
        <p:spPr>
          <a:xfrm xmlns:a="http://schemas.openxmlformats.org/drawingml/2006/main">
            <a:off x="1619250" y="2724150"/>
            <a:ext cx="1219200" cy="1219200"/>
          </a:xfrm>
          <a:prstGeom xmlns:a="http://schemas.openxmlformats.org/drawingml/2006/main" prst="ellipse">
            <a:avLst/>
          </a:prstGeom>
          <a:solidFill xmlns:a="http://schemas.openxmlformats.org/drawingml/2006/main">
            <a:srgbClr val="FFB84D"/>
          </a:solidFill>
          <a:ln xmlns:a="http://schemas.openxmlformats.org/drawingml/2006/main" w="0">
            <a:solidFill>
              <a:srgbClr val="FFB84D"/>
            </a:solidFill>
            <a:prstDash val="solid"/>
          </a:ln>
        </p:spPr>
      </p:sp>
      <p:sp>
        <p:nvSpPr>
          <p:cNvPr id="6" name="idea-circle-0-label">
            <a:extLst xmlns:a="http://schemas.openxmlformats.org/drawingml/2006/main">
              <a:ext uri="{FF2B5EF4-FFF2-40B4-BE49-F238E27FC236}">
                <a16:creationId xmlns:a16="http://schemas.microsoft.com/office/drawing/2014/main" id="{1AD83D37-50E8-4384-B1C9-3412BAE2C0FE}"/>
              </a:ext>
            </a:extLst>
          </p:cNvPr>
          <p:cNvSpPr>
            <a:spLocks xmlns:a="http://schemas.openxmlformats.org/drawingml/2006/main" noGrp="1"/>
          </p:cNvSpPr>
          <p:nvPr/>
        </p:nvSpPr>
        <p:spPr>
          <a:xfrm xmlns:a="http://schemas.openxmlformats.org/drawingml/2006/main">
            <a:off x="1619250" y="2724150"/>
            <a:ext cx="12192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3648" b="1">
                <a:solidFill>
                  <a:srgbClr val="090B1A"/>
                </a:solidFill>
                <a:latin typeface="Arial"/>
                <a:ea typeface="Arial"/>
                <a:cs typeface="Arial"/>
              </a:defRPr>
            </a:pPr>
            <a:r>
              <a:rPr sz="3648" b="1">
                <a:solidFill>
                  <a:srgbClr val="090B1A"/>
                </a:solidFill>
                <a:latin typeface="Arial"/>
                <a:ea typeface="Arial"/>
                <a:cs typeface="Arial"/>
              </a:rPr>
              <a:t>₹</a:t>
            </a:r>
          </a:p>
        </p:txBody>
      </p:sp>
      <p:sp>
        <p:nvSpPr>
          <p:cNvPr id="7" name="idea-head-0">
            <a:extLst xmlns:a="http://schemas.openxmlformats.org/drawingml/2006/main">
              <a:ext uri="{FF2B5EF4-FFF2-40B4-BE49-F238E27FC236}">
                <a16:creationId xmlns:a16="http://schemas.microsoft.com/office/drawing/2014/main" id="{84C7A6EC-0E86-4262-9458-E273557E7202}"/>
              </a:ext>
            </a:extLst>
          </p:cNvPr>
          <p:cNvSpPr>
            <a:spLocks xmlns:a="http://schemas.openxmlformats.org/drawingml/2006/main" noGrp="1"/>
          </p:cNvSpPr>
          <p:nvPr/>
        </p:nvSpPr>
        <p:spPr>
          <a:xfrm xmlns:a="http://schemas.openxmlformats.org/drawingml/2006/main">
            <a:off x="1381125" y="4171950"/>
            <a:ext cx="169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100" b="1">
                <a:solidFill>
                  <a:srgbClr val="F7F7FF"/>
                </a:solidFill>
                <a:latin typeface="Arial"/>
                <a:ea typeface="Arial"/>
                <a:cs typeface="Arial"/>
              </a:defRPr>
            </a:pPr>
            <a:r>
              <a:rPr sz="2100" b="1">
                <a:solidFill>
                  <a:srgbClr val="F7F7FF"/>
                </a:solidFill>
                <a:latin typeface="Arial"/>
                <a:ea typeface="Arial"/>
                <a:cs typeface="Arial"/>
              </a:rPr>
              <a:t>Money</a:t>
            </a:r>
          </a:p>
        </p:txBody>
      </p:sp>
      <p:sp>
        <p:nvSpPr>
          <p:cNvPr id="8" name="idea-body-0">
            <a:extLst xmlns:a="http://schemas.openxmlformats.org/drawingml/2006/main">
              <a:ext uri="{FF2B5EF4-FFF2-40B4-BE49-F238E27FC236}">
                <a16:creationId xmlns:a16="http://schemas.microsoft.com/office/drawing/2014/main" id="{CE8F0175-1A1A-4DF0-B4E0-F5A4791978E9}"/>
              </a:ext>
            </a:extLst>
          </p:cNvPr>
          <p:cNvSpPr>
            <a:spLocks xmlns:a="http://schemas.openxmlformats.org/drawingml/2006/main" noGrp="1"/>
          </p:cNvSpPr>
          <p:nvPr/>
        </p:nvSpPr>
        <p:spPr>
          <a:xfrm xmlns:a="http://schemas.openxmlformats.org/drawingml/2006/main">
            <a:off x="990600" y="4648200"/>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0">
                <a:solidFill>
                  <a:srgbClr val="A9B0CB"/>
                </a:solidFill>
                <a:latin typeface="Arial"/>
                <a:ea typeface="Arial"/>
                <a:cs typeface="Arial"/>
              </a:defRPr>
            </a:pPr>
            <a:r>
              <a:rPr sz="1575" b="0">
                <a:solidFill>
                  <a:srgbClr val="A9B0CB"/>
                </a:solidFill>
                <a:latin typeface="Arial"/>
                <a:ea typeface="Arial"/>
                <a:cs typeface="Arial"/>
              </a:rPr>
              <a:t>Reduce avoidable spending</a:t>
            </a:r>
          </a:p>
          <a:p xmlns:a="http://schemas.openxmlformats.org/drawingml/2006/main">
            <a:pPr algn="ctr">
              <a:defRPr sz="1575" b="0">
                <a:solidFill>
                  <a:srgbClr val="A9B0CB"/>
                </a:solidFill>
                <a:latin typeface="Arial"/>
                <a:ea typeface="Arial"/>
                <a:cs typeface="Arial"/>
              </a:defRPr>
            </a:pPr>
            <a:r>
              <a:rPr sz="1575" b="0">
                <a:solidFill>
                  <a:srgbClr val="A9B0CB"/>
                </a:solidFill>
                <a:latin typeface="Arial"/>
                <a:ea typeface="Arial"/>
                <a:cs typeface="Arial"/>
              </a:rPr>
              <a:t>and redirect the savings</a:t>
            </a:r>
          </a:p>
        </p:txBody>
      </p:sp>
      <p:sp>
        <p:nvSpPr>
          <p:cNvPr id="9" name="idea-circle-1">
            <a:extLst xmlns:a="http://schemas.openxmlformats.org/drawingml/2006/main">
              <a:ext uri="{FF2B5EF4-FFF2-40B4-BE49-F238E27FC236}">
                <a16:creationId xmlns:a16="http://schemas.microsoft.com/office/drawing/2014/main" id="{3037E395-9E93-4E86-9358-CCE204CD6B3B}"/>
              </a:ext>
            </a:extLst>
          </p:cNvPr>
          <p:cNvSpPr>
            <a:spLocks xmlns:a="http://schemas.openxmlformats.org/drawingml/2006/main" noGrp="1"/>
          </p:cNvSpPr>
          <p:nvPr/>
        </p:nvSpPr>
        <p:spPr>
          <a:xfrm xmlns:a="http://schemas.openxmlformats.org/drawingml/2006/main">
            <a:off x="4762500" y="2724150"/>
            <a:ext cx="1219200" cy="1219200"/>
          </a:xfrm>
          <a:prstGeom xmlns:a="http://schemas.openxmlformats.org/drawingml/2006/main" prst="ellipse">
            <a:avLst/>
          </a:prstGeom>
          <a:solidFill xmlns:a="http://schemas.openxmlformats.org/drawingml/2006/main">
            <a:srgbClr val="35D6D0"/>
          </a:solidFill>
          <a:ln xmlns:a="http://schemas.openxmlformats.org/drawingml/2006/main" w="0">
            <a:solidFill>
              <a:srgbClr val="35D6D0"/>
            </a:solidFill>
            <a:prstDash val="solid"/>
          </a:ln>
        </p:spPr>
      </p:sp>
      <p:sp>
        <p:nvSpPr>
          <p:cNvPr id="10" name="idea-circle-1-label">
            <a:extLst xmlns:a="http://schemas.openxmlformats.org/drawingml/2006/main">
              <a:ext uri="{FF2B5EF4-FFF2-40B4-BE49-F238E27FC236}">
                <a16:creationId xmlns:a16="http://schemas.microsoft.com/office/drawing/2014/main" id="{CF2EF7E4-F4A1-4EF2-88E5-CC8CF0FAEBCB}"/>
              </a:ext>
            </a:extLst>
          </p:cNvPr>
          <p:cNvSpPr>
            <a:spLocks xmlns:a="http://schemas.openxmlformats.org/drawingml/2006/main" noGrp="1"/>
          </p:cNvSpPr>
          <p:nvPr/>
        </p:nvSpPr>
        <p:spPr>
          <a:xfrm xmlns:a="http://schemas.openxmlformats.org/drawingml/2006/main">
            <a:off x="4762500" y="2724150"/>
            <a:ext cx="12192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3648" b="1">
                <a:solidFill>
                  <a:srgbClr val="090B1A"/>
                </a:solidFill>
                <a:latin typeface="Arial"/>
                <a:ea typeface="Arial"/>
                <a:cs typeface="Arial"/>
              </a:defRPr>
            </a:pPr>
            <a:r>
              <a:rPr sz="3648" b="1">
                <a:solidFill>
                  <a:srgbClr val="090B1A"/>
                </a:solidFill>
                <a:latin typeface="Arial"/>
                <a:ea typeface="Arial"/>
                <a:cs typeface="Arial"/>
              </a:rPr>
              <a:t>T</a:t>
            </a:r>
          </a:p>
        </p:txBody>
      </p:sp>
      <p:sp>
        <p:nvSpPr>
          <p:cNvPr id="11" name="idea-head-1">
            <a:extLst xmlns:a="http://schemas.openxmlformats.org/drawingml/2006/main">
              <a:ext uri="{FF2B5EF4-FFF2-40B4-BE49-F238E27FC236}">
                <a16:creationId xmlns:a16="http://schemas.microsoft.com/office/drawing/2014/main" id="{0168D4A4-2515-4134-982A-CAC0AFEFD989}"/>
              </a:ext>
            </a:extLst>
          </p:cNvPr>
          <p:cNvSpPr>
            <a:spLocks xmlns:a="http://schemas.openxmlformats.org/drawingml/2006/main" noGrp="1"/>
          </p:cNvSpPr>
          <p:nvPr/>
        </p:nvSpPr>
        <p:spPr>
          <a:xfrm xmlns:a="http://schemas.openxmlformats.org/drawingml/2006/main">
            <a:off x="4524375" y="4171950"/>
            <a:ext cx="169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100" b="1">
                <a:solidFill>
                  <a:srgbClr val="F7F7FF"/>
                </a:solidFill>
                <a:latin typeface="Arial"/>
                <a:ea typeface="Arial"/>
                <a:cs typeface="Arial"/>
              </a:defRPr>
            </a:pPr>
            <a:r>
              <a:rPr sz="2100" b="1">
                <a:solidFill>
                  <a:srgbClr val="F7F7FF"/>
                </a:solidFill>
                <a:latin typeface="Arial"/>
                <a:ea typeface="Arial"/>
                <a:cs typeface="Arial"/>
              </a:rPr>
              <a:t>Time</a:t>
            </a:r>
          </a:p>
        </p:txBody>
      </p:sp>
      <p:sp>
        <p:nvSpPr>
          <p:cNvPr id="12" name="idea-body-1">
            <a:extLst xmlns:a="http://schemas.openxmlformats.org/drawingml/2006/main">
              <a:ext uri="{FF2B5EF4-FFF2-40B4-BE49-F238E27FC236}">
                <a16:creationId xmlns:a16="http://schemas.microsoft.com/office/drawing/2014/main" id="{A53092E8-295B-4DA3-AF15-12333EF4F185}"/>
              </a:ext>
            </a:extLst>
          </p:cNvPr>
          <p:cNvSpPr>
            <a:spLocks xmlns:a="http://schemas.openxmlformats.org/drawingml/2006/main" noGrp="1"/>
          </p:cNvSpPr>
          <p:nvPr/>
        </p:nvSpPr>
        <p:spPr>
          <a:xfrm xmlns:a="http://schemas.openxmlformats.org/drawingml/2006/main">
            <a:off x="4133850" y="4648200"/>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0">
                <a:solidFill>
                  <a:srgbClr val="A9B0CB"/>
                </a:solidFill>
                <a:latin typeface="Arial"/>
                <a:ea typeface="Arial"/>
                <a:cs typeface="Arial"/>
              </a:defRPr>
            </a:pPr>
            <a:r>
              <a:rPr sz="1575" b="0">
                <a:solidFill>
                  <a:srgbClr val="A9B0CB"/>
                </a:solidFill>
                <a:latin typeface="Arial"/>
                <a:ea typeface="Arial"/>
                <a:cs typeface="Arial"/>
              </a:rPr>
              <a:t>Recover hours from</a:t>
            </a:r>
          </a:p>
          <a:p xmlns:a="http://schemas.openxmlformats.org/drawingml/2006/main">
            <a:pPr algn="ctr">
              <a:defRPr sz="1575" b="0">
                <a:solidFill>
                  <a:srgbClr val="A9B0CB"/>
                </a:solidFill>
                <a:latin typeface="Arial"/>
                <a:ea typeface="Arial"/>
                <a:cs typeface="Arial"/>
              </a:defRPr>
            </a:pPr>
            <a:r>
              <a:rPr sz="1575" b="0">
                <a:solidFill>
                  <a:srgbClr val="A9B0CB"/>
                </a:solidFill>
                <a:latin typeface="Arial"/>
                <a:ea typeface="Arial"/>
                <a:cs typeface="Arial"/>
              </a:rPr>
              <a:t>low-value activities</a:t>
            </a:r>
          </a:p>
        </p:txBody>
      </p:sp>
      <p:sp>
        <p:nvSpPr>
          <p:cNvPr id="13" name="idea-circle-2">
            <a:extLst xmlns:a="http://schemas.openxmlformats.org/drawingml/2006/main">
              <a:ext uri="{FF2B5EF4-FFF2-40B4-BE49-F238E27FC236}">
                <a16:creationId xmlns:a16="http://schemas.microsoft.com/office/drawing/2014/main" id="{23AB43B7-B207-49D8-8F56-E4F1D83E71C0}"/>
              </a:ext>
            </a:extLst>
          </p:cNvPr>
          <p:cNvSpPr>
            <a:spLocks xmlns:a="http://schemas.openxmlformats.org/drawingml/2006/main" noGrp="1"/>
          </p:cNvSpPr>
          <p:nvPr/>
        </p:nvSpPr>
        <p:spPr>
          <a:xfrm xmlns:a="http://schemas.openxmlformats.org/drawingml/2006/main">
            <a:off x="7905750" y="2724150"/>
            <a:ext cx="1219200" cy="1219200"/>
          </a:xfrm>
          <a:prstGeom xmlns:a="http://schemas.openxmlformats.org/drawingml/2006/main" prst="ellipse">
            <a:avLst/>
          </a:prstGeom>
          <a:solidFill xmlns:a="http://schemas.openxmlformats.org/drawingml/2006/main">
            <a:srgbClr val="65D38E"/>
          </a:solidFill>
          <a:ln xmlns:a="http://schemas.openxmlformats.org/drawingml/2006/main" w="0">
            <a:solidFill>
              <a:srgbClr val="65D38E"/>
            </a:solidFill>
            <a:prstDash val="solid"/>
          </a:ln>
        </p:spPr>
      </p:sp>
      <p:sp>
        <p:nvSpPr>
          <p:cNvPr id="14" name="idea-circle-2-label">
            <a:extLst xmlns:a="http://schemas.openxmlformats.org/drawingml/2006/main">
              <a:ext uri="{FF2B5EF4-FFF2-40B4-BE49-F238E27FC236}">
                <a16:creationId xmlns:a16="http://schemas.microsoft.com/office/drawing/2014/main" id="{167C3F23-DC73-47D4-83C7-D798349D5354}"/>
              </a:ext>
            </a:extLst>
          </p:cNvPr>
          <p:cNvSpPr>
            <a:spLocks xmlns:a="http://schemas.openxmlformats.org/drawingml/2006/main" noGrp="1"/>
          </p:cNvSpPr>
          <p:nvPr/>
        </p:nvSpPr>
        <p:spPr>
          <a:xfrm xmlns:a="http://schemas.openxmlformats.org/drawingml/2006/main">
            <a:off x="7905750" y="2724150"/>
            <a:ext cx="1219200" cy="1219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3648" b="1">
                <a:solidFill>
                  <a:srgbClr val="090B1A"/>
                </a:solidFill>
                <a:latin typeface="Arial"/>
                <a:ea typeface="Arial"/>
                <a:cs typeface="Arial"/>
              </a:defRPr>
            </a:pPr>
            <a:r>
              <a:rPr sz="3648" b="1">
                <a:solidFill>
                  <a:srgbClr val="090B1A"/>
                </a:solidFill>
                <a:latin typeface="Arial"/>
                <a:ea typeface="Arial"/>
                <a:cs typeface="Arial"/>
              </a:rPr>
              <a:t>E</a:t>
            </a:r>
          </a:p>
        </p:txBody>
      </p:sp>
      <p:sp>
        <p:nvSpPr>
          <p:cNvPr id="15" name="idea-head-2">
            <a:extLst xmlns:a="http://schemas.openxmlformats.org/drawingml/2006/main">
              <a:ext uri="{FF2B5EF4-FFF2-40B4-BE49-F238E27FC236}">
                <a16:creationId xmlns:a16="http://schemas.microsoft.com/office/drawing/2014/main" id="{1AECB993-9B22-4D68-941B-75EA6AC478B3}"/>
              </a:ext>
            </a:extLst>
          </p:cNvPr>
          <p:cNvSpPr>
            <a:spLocks xmlns:a="http://schemas.openxmlformats.org/drawingml/2006/main" noGrp="1"/>
          </p:cNvSpPr>
          <p:nvPr/>
        </p:nvSpPr>
        <p:spPr>
          <a:xfrm xmlns:a="http://schemas.openxmlformats.org/drawingml/2006/main">
            <a:off x="7667625" y="4171950"/>
            <a:ext cx="16954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100" b="1">
                <a:solidFill>
                  <a:srgbClr val="F7F7FF"/>
                </a:solidFill>
                <a:latin typeface="Arial"/>
                <a:ea typeface="Arial"/>
                <a:cs typeface="Arial"/>
              </a:defRPr>
            </a:pPr>
            <a:r>
              <a:rPr sz="2100" b="1">
                <a:solidFill>
                  <a:srgbClr val="F7F7FF"/>
                </a:solidFill>
                <a:latin typeface="Arial"/>
                <a:ea typeface="Arial"/>
                <a:cs typeface="Arial"/>
              </a:rPr>
              <a:t>Energy</a:t>
            </a:r>
          </a:p>
        </p:txBody>
      </p:sp>
      <p:sp>
        <p:nvSpPr>
          <p:cNvPr id="16" name="idea-body-2">
            <a:extLst xmlns:a="http://schemas.openxmlformats.org/drawingml/2006/main">
              <a:ext uri="{FF2B5EF4-FFF2-40B4-BE49-F238E27FC236}">
                <a16:creationId xmlns:a16="http://schemas.microsoft.com/office/drawing/2014/main" id="{005E0252-BDD5-4D26-AC18-467C165890D5}"/>
              </a:ext>
            </a:extLst>
          </p:cNvPr>
          <p:cNvSpPr>
            <a:spLocks xmlns:a="http://schemas.openxmlformats.org/drawingml/2006/main" noGrp="1"/>
          </p:cNvSpPr>
          <p:nvPr/>
        </p:nvSpPr>
        <p:spPr>
          <a:xfrm xmlns:a="http://schemas.openxmlformats.org/drawingml/2006/main">
            <a:off x="7277100" y="4648200"/>
            <a:ext cx="247650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575" b="0">
                <a:solidFill>
                  <a:srgbClr val="A9B0CB"/>
                </a:solidFill>
                <a:latin typeface="Arial"/>
                <a:ea typeface="Arial"/>
                <a:cs typeface="Arial"/>
              </a:defRPr>
            </a:pPr>
            <a:r>
              <a:rPr sz="1575" b="0">
                <a:solidFill>
                  <a:srgbClr val="A9B0CB"/>
                </a:solidFill>
                <a:latin typeface="Arial"/>
                <a:ea typeface="Arial"/>
                <a:cs typeface="Arial"/>
              </a:rPr>
              <a:t>Preserve energy for</a:t>
            </a:r>
          </a:p>
          <a:p xmlns:a="http://schemas.openxmlformats.org/drawingml/2006/main">
            <a:pPr algn="ctr">
              <a:defRPr sz="1575" b="0">
                <a:solidFill>
                  <a:srgbClr val="A9B0CB"/>
                </a:solidFill>
                <a:latin typeface="Arial"/>
                <a:ea typeface="Arial"/>
                <a:cs typeface="Arial"/>
              </a:defRPr>
            </a:pPr>
            <a:r>
              <a:rPr sz="1575" b="0">
                <a:solidFill>
                  <a:srgbClr val="A9B0CB"/>
                </a:solidFill>
                <a:latin typeface="Arial"/>
                <a:ea typeface="Arial"/>
                <a:cs typeface="Arial"/>
              </a:rPr>
              <a:t>health and meaningful work</a:t>
            </a:r>
          </a:p>
        </p:txBody>
      </p:sp>
      <p:sp>
        <p:nvSpPr>
          <p:cNvPr id="17" name="idea-conclusion">
            <a:extLst xmlns:a="http://schemas.openxmlformats.org/drawingml/2006/main">
              <a:ext uri="{FF2B5EF4-FFF2-40B4-BE49-F238E27FC236}">
                <a16:creationId xmlns:a16="http://schemas.microsoft.com/office/drawing/2014/main" id="{D4C0BF72-6C9B-437D-BC64-F3065065BAE5}"/>
              </a:ext>
            </a:extLst>
          </p:cNvPr>
          <p:cNvSpPr>
            <a:spLocks xmlns:a="http://schemas.openxmlformats.org/drawingml/2006/main" noGrp="1"/>
          </p:cNvSpPr>
          <p:nvPr/>
        </p:nvSpPr>
        <p:spPr>
          <a:xfrm xmlns:a="http://schemas.openxmlformats.org/drawingml/2006/main">
            <a:off x="1619250" y="5657850"/>
            <a:ext cx="89535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F7F7FF"/>
                </a:solidFill>
                <a:latin typeface="Arial"/>
                <a:ea typeface="Arial"/>
                <a:cs typeface="Arial"/>
              </a:defRPr>
            </a:pPr>
            <a:r>
              <a:rPr sz="2250" b="1">
                <a:solidFill>
                  <a:srgbClr val="F7F7FF"/>
                </a:solidFill>
                <a:latin typeface="Arial"/>
                <a:ea typeface="Arial"/>
                <a:cs typeface="Arial"/>
              </a:rPr>
              <a:t>LifeROI connects today’s behaviour with tomorrow’s freedom.</a:t>
            </a:r>
          </a:p>
        </p:txBody>
      </p:sp>
    </p:spTree>
    <p:extLst>
      <p:ext uri="{BB962C8B-B14F-4D97-AF65-F5344CB8AC3E}">
        <p14:creationId xmlns:p14="http://schemas.microsoft.com/office/powerpoint/2010/main" val="1702450404"/>
      </p:ext>
    </p:extLst>
  </p:cSld>
</p:sld>
</file>

<file path=ppt/slides/slide3.xml><?xml version="1.0" encoding="utf-8"?>
<p:sld xmlns:p="http://schemas.openxmlformats.org/presentationml/2006/main">
  <p:cSld>
    <p:bg>
      <p:bgPr>
        <a:solidFill xmlns:a="http://schemas.openxmlformats.org/drawingml/2006/main">
          <a:srgbClr val="090B1A"/>
        </a:solidFill>
      </p:bgPr>
    </p:bg>
    <p:spTree>
      <p:nvGrpSpPr>
        <p:cNvPr id="1" name=""/>
        <p:cNvGrpSpPr/>
        <p:nvPr/>
      </p:nvGrpSpPr>
      <p:grpSpPr>
        <a:xfrm xmlns:a="http://schemas.openxmlformats.org/drawingml/2006/main"/>
      </p:grpSpPr>
      <p:sp>
        <p:nvSpPr>
          <p:cNvPr id="23" name="eyebrow-3">
            <a:extLst xmlns:a="http://schemas.openxmlformats.org/drawingml/2006/main">
              <a:ext uri="{FF2B5EF4-FFF2-40B4-BE49-F238E27FC236}">
                <a16:creationId xmlns:a16="http://schemas.microsoft.com/office/drawing/2014/main" id="{50EC1EA2-6DF8-4436-800D-9BE2437BC849}"/>
              </a:ext>
            </a:extLst>
          </p:cNvPr>
          <p:cNvSpPr>
            <a:spLocks xmlns:a="http://schemas.openxmlformats.org/drawingml/2006/main" noGrp="1"/>
          </p:cNvSpPr>
          <p:nvPr/>
        </p:nvSpPr>
        <p:spPr>
          <a:xfrm xmlns:a="http://schemas.openxmlformats.org/drawingml/2006/main">
            <a:off x="609600" y="4000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35D6D0"/>
                </a:solidFill>
                <a:latin typeface="Arial"/>
                <a:ea typeface="Arial"/>
                <a:cs typeface="Arial"/>
              </a:defRPr>
            </a:pPr>
            <a:r>
              <a:rPr sz="1200" b="1">
                <a:solidFill>
                  <a:srgbClr val="35D6D0"/>
                </a:solidFill>
                <a:latin typeface="Arial"/>
                <a:ea typeface="Arial"/>
                <a:cs typeface="Arial"/>
              </a:rPr>
              <a:t>THE EXPERIENCE</a:t>
            </a:r>
          </a:p>
        </p:txBody>
      </p:sp>
      <p:sp>
        <p:nvSpPr>
          <p:cNvPr id="2" name="title-3">
            <a:extLst xmlns:a="http://schemas.openxmlformats.org/drawingml/2006/main">
              <a:ext uri="{FF2B5EF4-FFF2-40B4-BE49-F238E27FC236}">
                <a16:creationId xmlns:a16="http://schemas.microsoft.com/office/drawing/2014/main" id="{2E5F0786-7D18-43C3-8946-3665F9C162F4}"/>
              </a:ext>
            </a:extLst>
          </p:cNvPr>
          <p:cNvSpPr>
            <a:spLocks xmlns:a="http://schemas.openxmlformats.org/drawingml/2006/main" noGrp="1"/>
          </p:cNvSpPr>
          <p:nvPr/>
        </p:nvSpPr>
        <p:spPr>
          <a:xfrm xmlns:a="http://schemas.openxmlformats.org/drawingml/2006/main">
            <a:off x="609600" y="742950"/>
            <a:ext cx="1090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00" b="1">
                <a:solidFill>
                  <a:srgbClr val="F7F7FF"/>
                </a:solidFill>
                <a:latin typeface="Arial"/>
                <a:ea typeface="Arial"/>
                <a:cs typeface="Arial"/>
              </a:defRPr>
            </a:pPr>
            <a:r>
              <a:rPr sz="3600" b="1">
                <a:solidFill>
                  <a:srgbClr val="F7F7FF"/>
                </a:solidFill>
                <a:latin typeface="Arial"/>
                <a:ea typeface="Arial"/>
                <a:cs typeface="Arial"/>
              </a:rPr>
              <a:t>One dashboard connects money, time and energy</a:t>
            </a:r>
          </a:p>
        </p:txBody>
      </p:sp>
      <p:sp>
        <p:nvSpPr>
          <p:cNvPr id="3" name="page-3">
            <a:extLst xmlns:a="http://schemas.openxmlformats.org/drawingml/2006/main">
              <a:ext uri="{FF2B5EF4-FFF2-40B4-BE49-F238E27FC236}">
                <a16:creationId xmlns:a16="http://schemas.microsoft.com/office/drawing/2014/main" id="{887118CB-FB9A-489C-AA7F-0575F5C9920D}"/>
              </a:ext>
            </a:extLst>
          </p:cNvPr>
          <p:cNvSpPr>
            <a:spLocks xmlns:a="http://schemas.openxmlformats.org/drawingml/2006/main" noGrp="1"/>
          </p:cNvSpPr>
          <p:nvPr/>
        </p:nvSpPr>
        <p:spPr>
          <a:xfrm xmlns:a="http://schemas.openxmlformats.org/drawingml/2006/main">
            <a:off x="11239500" y="61912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200" b="0">
                <a:solidFill>
                  <a:srgbClr val="A9B0CB"/>
                </a:solidFill>
                <a:latin typeface="Arial"/>
                <a:ea typeface="Arial"/>
                <a:cs typeface="Arial"/>
              </a:defRPr>
            </a:pPr>
            <a:r>
              <a:rPr sz="1200" b="0">
                <a:solidFill>
                  <a:srgbClr val="A9B0CB"/>
                </a:solidFill>
                <a:latin typeface="Arial"/>
                <a:ea typeface="Arial"/>
                <a:cs typeface="Arial"/>
              </a:rPr>
              <a:t>03</a:t>
            </a:r>
          </a:p>
        </p:txBody>
      </p:sp>
      <p:sp>
        <p:nvSpPr>
          <p:cNvPr id="4" name="resource-panel-0">
            <a:extLst xmlns:a="http://schemas.openxmlformats.org/drawingml/2006/main">
              <a:ext uri="{FF2B5EF4-FFF2-40B4-BE49-F238E27FC236}">
                <a16:creationId xmlns:a16="http://schemas.microsoft.com/office/drawing/2014/main" id="{C34DFFA1-2832-4C14-B20C-D13251D871EE}"/>
              </a:ext>
            </a:extLst>
          </p:cNvPr>
          <p:cNvSpPr>
            <a:spLocks xmlns:a="http://schemas.openxmlformats.org/drawingml/2006/main" noGrp="1"/>
          </p:cNvSpPr>
          <p:nvPr/>
        </p:nvSpPr>
        <p:spPr>
          <a:xfrm xmlns:a="http://schemas.openxmlformats.org/drawingml/2006/main">
            <a:off x="609600" y="1905000"/>
            <a:ext cx="3314700" cy="3238500"/>
          </a:xfrm>
          <a:prstGeom xmlns:a="http://schemas.openxmlformats.org/drawingml/2006/main" prst="roundRect">
            <a:avLst>
              <a:gd name="adj" fmla="val 3529"/>
            </a:avLst>
          </a:prstGeom>
          <a:solidFill xmlns:a="http://schemas.openxmlformats.org/drawingml/2006/main">
            <a:srgbClr val="12162A"/>
          </a:solidFill>
          <a:ln xmlns:a="http://schemas.openxmlformats.org/drawingml/2006/main" w="9525">
            <a:solidFill>
              <a:srgbClr val="313858"/>
            </a:solidFill>
            <a:prstDash val="solid"/>
          </a:ln>
        </p:spPr>
      </p:sp>
      <p:sp>
        <p:nvSpPr>
          <p:cNvPr id="5" name="resource-icon-0">
            <a:extLst xmlns:a="http://schemas.openxmlformats.org/drawingml/2006/main">
              <a:ext uri="{FF2B5EF4-FFF2-40B4-BE49-F238E27FC236}">
                <a16:creationId xmlns:a16="http://schemas.microsoft.com/office/drawing/2014/main" id="{5985FFCE-7A8C-421F-9C33-7ECF7C45DDC3}"/>
              </a:ext>
            </a:extLst>
          </p:cNvPr>
          <p:cNvSpPr>
            <a:spLocks xmlns:a="http://schemas.openxmlformats.org/drawingml/2006/main" noGrp="1"/>
          </p:cNvSpPr>
          <p:nvPr/>
        </p:nvSpPr>
        <p:spPr>
          <a:xfrm xmlns:a="http://schemas.openxmlformats.org/drawingml/2006/main">
            <a:off x="876300" y="2152650"/>
            <a:ext cx="685800" cy="685800"/>
          </a:xfrm>
          <a:prstGeom xmlns:a="http://schemas.openxmlformats.org/drawingml/2006/main" prst="ellipse">
            <a:avLst/>
          </a:prstGeom>
          <a:solidFill xmlns:a="http://schemas.openxmlformats.org/drawingml/2006/main">
            <a:srgbClr val="FFB84D"/>
          </a:solidFill>
          <a:ln xmlns:a="http://schemas.openxmlformats.org/drawingml/2006/main" w="0">
            <a:solidFill>
              <a:srgbClr val="FFB84D"/>
            </a:solidFill>
            <a:prstDash val="solid"/>
          </a:ln>
        </p:spPr>
      </p:sp>
      <p:sp>
        <p:nvSpPr>
          <p:cNvPr id="6" name="resource-icon-0-label">
            <a:extLst xmlns:a="http://schemas.openxmlformats.org/drawingml/2006/main">
              <a:ext uri="{FF2B5EF4-FFF2-40B4-BE49-F238E27FC236}">
                <a16:creationId xmlns:a16="http://schemas.microsoft.com/office/drawing/2014/main" id="{532B0DC5-8E5F-4D54-8308-4B325BC79F94}"/>
              </a:ext>
            </a:extLst>
          </p:cNvPr>
          <p:cNvSpPr>
            <a:spLocks xmlns:a="http://schemas.openxmlformats.org/drawingml/2006/main" noGrp="1"/>
          </p:cNvSpPr>
          <p:nvPr/>
        </p:nvSpPr>
        <p:spPr>
          <a:xfrm xmlns:a="http://schemas.openxmlformats.org/drawingml/2006/main">
            <a:off x="876300" y="21526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052" b="1">
                <a:solidFill>
                  <a:srgbClr val="090B1A"/>
                </a:solidFill>
                <a:latin typeface="Arial"/>
                <a:ea typeface="Arial"/>
                <a:cs typeface="Arial"/>
              </a:defRPr>
            </a:pPr>
            <a:r>
              <a:rPr sz="2052" b="1">
                <a:solidFill>
                  <a:srgbClr val="090B1A"/>
                </a:solidFill>
                <a:latin typeface="Arial"/>
                <a:ea typeface="Arial"/>
                <a:cs typeface="Arial"/>
              </a:rPr>
              <a:t>₹</a:t>
            </a:r>
          </a:p>
        </p:txBody>
      </p:sp>
      <p:sp>
        <p:nvSpPr>
          <p:cNvPr id="7" name="resource-head-0">
            <a:extLst xmlns:a="http://schemas.openxmlformats.org/drawingml/2006/main">
              <a:ext uri="{FF2B5EF4-FFF2-40B4-BE49-F238E27FC236}">
                <a16:creationId xmlns:a16="http://schemas.microsoft.com/office/drawing/2014/main" id="{AAB520CE-626F-4009-854F-DBF4D7864A91}"/>
              </a:ext>
            </a:extLst>
          </p:cNvPr>
          <p:cNvSpPr>
            <a:spLocks xmlns:a="http://schemas.openxmlformats.org/drawingml/2006/main" noGrp="1"/>
          </p:cNvSpPr>
          <p:nvPr/>
        </p:nvSpPr>
        <p:spPr>
          <a:xfrm xmlns:a="http://schemas.openxmlformats.org/drawingml/2006/main">
            <a:off x="1771650" y="21526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400" b="1">
                <a:solidFill>
                  <a:srgbClr val="F7F7FF"/>
                </a:solidFill>
                <a:latin typeface="Arial"/>
                <a:ea typeface="Arial"/>
                <a:cs typeface="Arial"/>
              </a:defRPr>
            </a:pPr>
            <a:r>
              <a:rPr sz="2400" b="1">
                <a:solidFill>
                  <a:srgbClr val="F7F7FF"/>
                </a:solidFill>
                <a:latin typeface="Arial"/>
                <a:ea typeface="Arial"/>
                <a:cs typeface="Arial"/>
              </a:rPr>
              <a:t>Money</a:t>
            </a:r>
          </a:p>
        </p:txBody>
      </p:sp>
      <p:sp>
        <p:nvSpPr>
          <p:cNvPr id="8" name="resource-lines-0">
            <a:extLst xmlns:a="http://schemas.openxmlformats.org/drawingml/2006/main">
              <a:ext uri="{FF2B5EF4-FFF2-40B4-BE49-F238E27FC236}">
                <a16:creationId xmlns:a16="http://schemas.microsoft.com/office/drawing/2014/main" id="{E5B458BB-DA1D-41DB-802A-7B136FE3C01A}"/>
              </a:ext>
            </a:extLst>
          </p:cNvPr>
          <p:cNvSpPr>
            <a:spLocks xmlns:a="http://schemas.openxmlformats.org/drawingml/2006/main" noGrp="1"/>
          </p:cNvSpPr>
          <p:nvPr/>
        </p:nvSpPr>
        <p:spPr>
          <a:xfrm xmlns:a="http://schemas.openxmlformats.org/drawingml/2006/main">
            <a:off x="876300" y="3028950"/>
            <a:ext cx="27813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0">
                <a:solidFill>
                  <a:srgbClr val="A9B0CB"/>
                </a:solidFill>
                <a:latin typeface="Arial"/>
                <a:ea typeface="Arial"/>
                <a:cs typeface="Arial"/>
              </a:defRPr>
            </a:pPr>
            <a:r>
              <a:rPr sz="1800" b="0">
                <a:solidFill>
                  <a:srgbClr val="A9B0CB"/>
                </a:solidFill>
                <a:latin typeface="Arial"/>
                <a:ea typeface="Arial"/>
                <a:cs typeface="Arial"/>
              </a:rPr>
              <a:t>Spending patterns</a:t>
            </a:r>
          </a:p>
          <a:p xmlns:a="http://schemas.openxmlformats.org/drawingml/2006/main">
            <a:pPr algn="l">
              <a:defRPr sz="1800" b="0">
                <a:solidFill>
                  <a:srgbClr val="A9B0CB"/>
                </a:solidFill>
                <a:latin typeface="Arial"/>
                <a:ea typeface="Arial"/>
                <a:cs typeface="Arial"/>
              </a:defRPr>
            </a:pPr>
            <a:r>
              <a:rPr sz="1800" b="0">
                <a:solidFill>
                  <a:srgbClr val="A9B0CB"/>
                </a:solidFill>
                <a:latin typeface="Arial"/>
                <a:ea typeface="Arial"/>
                <a:cs typeface="Arial"/>
              </a:rPr>
              <a:t>Savings opportunities</a:t>
            </a:r>
          </a:p>
          <a:p xmlns:a="http://schemas.openxmlformats.org/drawingml/2006/main">
            <a:pPr algn="l">
              <a:defRPr sz="1800" b="0">
                <a:solidFill>
                  <a:srgbClr val="A9B0CB"/>
                </a:solidFill>
                <a:latin typeface="Arial"/>
                <a:ea typeface="Arial"/>
                <a:cs typeface="Arial"/>
              </a:defRPr>
            </a:pPr>
            <a:r>
              <a:rPr sz="1800" b="0">
                <a:solidFill>
                  <a:srgbClr val="A9B0CB"/>
                </a:solidFill>
                <a:latin typeface="Arial"/>
                <a:ea typeface="Arial"/>
                <a:cs typeface="Arial"/>
              </a:rPr>
              <a:t>Goal projections</a:t>
            </a:r>
          </a:p>
        </p:txBody>
      </p:sp>
      <p:sp>
        <p:nvSpPr>
          <p:cNvPr id="9" name="resource-arrow-0">
            <a:extLst xmlns:a="http://schemas.openxmlformats.org/drawingml/2006/main">
              <a:ext uri="{FF2B5EF4-FFF2-40B4-BE49-F238E27FC236}">
                <a16:creationId xmlns:a16="http://schemas.microsoft.com/office/drawing/2014/main" id="{532709C5-C83D-4DED-8EF8-68103821C180}"/>
              </a:ext>
            </a:extLst>
          </p:cNvPr>
          <p:cNvSpPr>
            <a:spLocks xmlns:a="http://schemas.openxmlformats.org/drawingml/2006/main" noGrp="1"/>
          </p:cNvSpPr>
          <p:nvPr/>
        </p:nvSpPr>
        <p:spPr>
          <a:xfrm xmlns:a="http://schemas.openxmlformats.org/drawingml/2006/main">
            <a:off x="3238500" y="451485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FFB84D"/>
                </a:solidFill>
                <a:latin typeface="Arial"/>
                <a:ea typeface="Arial"/>
                <a:cs typeface="Arial"/>
              </a:defRPr>
            </a:pPr>
            <a:r>
              <a:rPr sz="2250" b="1">
                <a:solidFill>
                  <a:srgbClr val="FFB84D"/>
                </a:solidFill>
                <a:latin typeface="Arial"/>
                <a:ea typeface="Arial"/>
                <a:cs typeface="Arial"/>
              </a:rPr>
              <a:t>→</a:t>
            </a:r>
          </a:p>
        </p:txBody>
      </p:sp>
      <p:sp>
        <p:nvSpPr>
          <p:cNvPr id="10" name="resource-panel-1">
            <a:extLst xmlns:a="http://schemas.openxmlformats.org/drawingml/2006/main">
              <a:ext uri="{FF2B5EF4-FFF2-40B4-BE49-F238E27FC236}">
                <a16:creationId xmlns:a16="http://schemas.microsoft.com/office/drawing/2014/main" id="{DE39DEDA-9EF6-42A0-BB8E-91BB3FA08C97}"/>
              </a:ext>
            </a:extLst>
          </p:cNvPr>
          <p:cNvSpPr>
            <a:spLocks xmlns:a="http://schemas.openxmlformats.org/drawingml/2006/main" noGrp="1"/>
          </p:cNvSpPr>
          <p:nvPr/>
        </p:nvSpPr>
        <p:spPr>
          <a:xfrm xmlns:a="http://schemas.openxmlformats.org/drawingml/2006/main">
            <a:off x="4362450" y="1905000"/>
            <a:ext cx="3314700" cy="3238500"/>
          </a:xfrm>
          <a:prstGeom xmlns:a="http://schemas.openxmlformats.org/drawingml/2006/main" prst="roundRect">
            <a:avLst>
              <a:gd name="adj" fmla="val 3529"/>
            </a:avLst>
          </a:prstGeom>
          <a:solidFill xmlns:a="http://schemas.openxmlformats.org/drawingml/2006/main">
            <a:srgbClr val="12162A"/>
          </a:solidFill>
          <a:ln xmlns:a="http://schemas.openxmlformats.org/drawingml/2006/main" w="9525">
            <a:solidFill>
              <a:srgbClr val="313858"/>
            </a:solidFill>
            <a:prstDash val="solid"/>
          </a:ln>
        </p:spPr>
      </p:sp>
      <p:sp>
        <p:nvSpPr>
          <p:cNvPr id="11" name="resource-icon-1">
            <a:extLst xmlns:a="http://schemas.openxmlformats.org/drawingml/2006/main">
              <a:ext uri="{FF2B5EF4-FFF2-40B4-BE49-F238E27FC236}">
                <a16:creationId xmlns:a16="http://schemas.microsoft.com/office/drawing/2014/main" id="{03E7EEC5-D725-40C2-81B3-2BD85861D478}"/>
              </a:ext>
            </a:extLst>
          </p:cNvPr>
          <p:cNvSpPr>
            <a:spLocks xmlns:a="http://schemas.openxmlformats.org/drawingml/2006/main" noGrp="1"/>
          </p:cNvSpPr>
          <p:nvPr/>
        </p:nvSpPr>
        <p:spPr>
          <a:xfrm xmlns:a="http://schemas.openxmlformats.org/drawingml/2006/main">
            <a:off x="4629150" y="2152650"/>
            <a:ext cx="685800" cy="685800"/>
          </a:xfrm>
          <a:prstGeom xmlns:a="http://schemas.openxmlformats.org/drawingml/2006/main" prst="ellipse">
            <a:avLst/>
          </a:prstGeom>
          <a:solidFill xmlns:a="http://schemas.openxmlformats.org/drawingml/2006/main">
            <a:srgbClr val="35D6D0"/>
          </a:solidFill>
          <a:ln xmlns:a="http://schemas.openxmlformats.org/drawingml/2006/main" w="0">
            <a:solidFill>
              <a:srgbClr val="35D6D0"/>
            </a:solidFill>
            <a:prstDash val="solid"/>
          </a:ln>
        </p:spPr>
      </p:sp>
      <p:sp>
        <p:nvSpPr>
          <p:cNvPr id="12" name="resource-icon-1-label">
            <a:extLst xmlns:a="http://schemas.openxmlformats.org/drawingml/2006/main">
              <a:ext uri="{FF2B5EF4-FFF2-40B4-BE49-F238E27FC236}">
                <a16:creationId xmlns:a16="http://schemas.microsoft.com/office/drawing/2014/main" id="{926007E3-B412-4070-A4E2-55DE7B536970}"/>
              </a:ext>
            </a:extLst>
          </p:cNvPr>
          <p:cNvSpPr>
            <a:spLocks xmlns:a="http://schemas.openxmlformats.org/drawingml/2006/main" noGrp="1"/>
          </p:cNvSpPr>
          <p:nvPr/>
        </p:nvSpPr>
        <p:spPr>
          <a:xfrm xmlns:a="http://schemas.openxmlformats.org/drawingml/2006/main">
            <a:off x="4629150" y="21526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052" b="1">
                <a:solidFill>
                  <a:srgbClr val="090B1A"/>
                </a:solidFill>
                <a:latin typeface="Arial"/>
                <a:ea typeface="Arial"/>
                <a:cs typeface="Arial"/>
              </a:defRPr>
            </a:pPr>
            <a:r>
              <a:rPr sz="2052" b="1">
                <a:solidFill>
                  <a:srgbClr val="090B1A"/>
                </a:solidFill>
                <a:latin typeface="Arial"/>
                <a:ea typeface="Arial"/>
                <a:cs typeface="Arial"/>
              </a:rPr>
              <a:t>T</a:t>
            </a:r>
          </a:p>
        </p:txBody>
      </p:sp>
      <p:sp>
        <p:nvSpPr>
          <p:cNvPr id="13" name="resource-head-1">
            <a:extLst xmlns:a="http://schemas.openxmlformats.org/drawingml/2006/main">
              <a:ext uri="{FF2B5EF4-FFF2-40B4-BE49-F238E27FC236}">
                <a16:creationId xmlns:a16="http://schemas.microsoft.com/office/drawing/2014/main" id="{6D08F56E-0E1C-4C9A-90EA-550E5A1ECE42}"/>
              </a:ext>
            </a:extLst>
          </p:cNvPr>
          <p:cNvSpPr>
            <a:spLocks xmlns:a="http://schemas.openxmlformats.org/drawingml/2006/main" noGrp="1"/>
          </p:cNvSpPr>
          <p:nvPr/>
        </p:nvSpPr>
        <p:spPr>
          <a:xfrm xmlns:a="http://schemas.openxmlformats.org/drawingml/2006/main">
            <a:off x="5524500" y="21526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400" b="1">
                <a:solidFill>
                  <a:srgbClr val="F7F7FF"/>
                </a:solidFill>
                <a:latin typeface="Arial"/>
                <a:ea typeface="Arial"/>
                <a:cs typeface="Arial"/>
              </a:defRPr>
            </a:pPr>
            <a:r>
              <a:rPr sz="2400" b="1">
                <a:solidFill>
                  <a:srgbClr val="F7F7FF"/>
                </a:solidFill>
                <a:latin typeface="Arial"/>
                <a:ea typeface="Arial"/>
                <a:cs typeface="Arial"/>
              </a:rPr>
              <a:t>Time</a:t>
            </a:r>
          </a:p>
        </p:txBody>
      </p:sp>
      <p:sp>
        <p:nvSpPr>
          <p:cNvPr id="14" name="resource-lines-1">
            <a:extLst xmlns:a="http://schemas.openxmlformats.org/drawingml/2006/main">
              <a:ext uri="{FF2B5EF4-FFF2-40B4-BE49-F238E27FC236}">
                <a16:creationId xmlns:a16="http://schemas.microsoft.com/office/drawing/2014/main" id="{D4477936-2A71-41C6-9539-E93F2B40F5D6}"/>
              </a:ext>
            </a:extLst>
          </p:cNvPr>
          <p:cNvSpPr>
            <a:spLocks xmlns:a="http://schemas.openxmlformats.org/drawingml/2006/main" noGrp="1"/>
          </p:cNvSpPr>
          <p:nvPr/>
        </p:nvSpPr>
        <p:spPr>
          <a:xfrm xmlns:a="http://schemas.openxmlformats.org/drawingml/2006/main">
            <a:off x="4629150" y="3028950"/>
            <a:ext cx="27813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0">
                <a:solidFill>
                  <a:srgbClr val="A9B0CB"/>
                </a:solidFill>
                <a:latin typeface="Arial"/>
                <a:ea typeface="Arial"/>
                <a:cs typeface="Arial"/>
              </a:defRPr>
            </a:pPr>
            <a:r>
              <a:rPr sz="1800" b="0">
                <a:solidFill>
                  <a:srgbClr val="A9B0CB"/>
                </a:solidFill>
                <a:latin typeface="Arial"/>
                <a:ea typeface="Arial"/>
                <a:cs typeface="Arial"/>
              </a:rPr>
              <a:t>Activity breakdown</a:t>
            </a:r>
          </a:p>
          <a:p xmlns:a="http://schemas.openxmlformats.org/drawingml/2006/main">
            <a:pPr algn="l">
              <a:defRPr sz="1800" b="0">
                <a:solidFill>
                  <a:srgbClr val="A9B0CB"/>
                </a:solidFill>
                <a:latin typeface="Arial"/>
                <a:ea typeface="Arial"/>
                <a:cs typeface="Arial"/>
              </a:defRPr>
            </a:pPr>
            <a:r>
              <a:rPr sz="1800" b="0">
                <a:solidFill>
                  <a:srgbClr val="A9B0CB"/>
                </a:solidFill>
                <a:latin typeface="Arial"/>
                <a:ea typeface="Arial"/>
                <a:cs typeface="Arial"/>
              </a:rPr>
              <a:t>Hours recovered</a:t>
            </a:r>
          </a:p>
          <a:p xmlns:a="http://schemas.openxmlformats.org/drawingml/2006/main">
            <a:pPr algn="l">
              <a:defRPr sz="1800" b="0">
                <a:solidFill>
                  <a:srgbClr val="A9B0CB"/>
                </a:solidFill>
                <a:latin typeface="Arial"/>
                <a:ea typeface="Arial"/>
                <a:cs typeface="Arial"/>
              </a:defRPr>
            </a:pPr>
            <a:r>
              <a:rPr sz="1800" b="0">
                <a:solidFill>
                  <a:srgbClr val="A9B0CB"/>
                </a:solidFill>
                <a:latin typeface="Arial"/>
                <a:ea typeface="Arial"/>
                <a:cs typeface="Arial"/>
              </a:rPr>
              <a:t>Time investment ideas</a:t>
            </a:r>
          </a:p>
        </p:txBody>
      </p:sp>
      <p:sp>
        <p:nvSpPr>
          <p:cNvPr id="15" name="resource-arrow-1">
            <a:extLst xmlns:a="http://schemas.openxmlformats.org/drawingml/2006/main">
              <a:ext uri="{FF2B5EF4-FFF2-40B4-BE49-F238E27FC236}">
                <a16:creationId xmlns:a16="http://schemas.microsoft.com/office/drawing/2014/main" id="{4BAA81BB-804A-44BB-9A13-E76703CC6E9F}"/>
              </a:ext>
            </a:extLst>
          </p:cNvPr>
          <p:cNvSpPr>
            <a:spLocks xmlns:a="http://schemas.openxmlformats.org/drawingml/2006/main" noGrp="1"/>
          </p:cNvSpPr>
          <p:nvPr/>
        </p:nvSpPr>
        <p:spPr>
          <a:xfrm xmlns:a="http://schemas.openxmlformats.org/drawingml/2006/main">
            <a:off x="6991350" y="451485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35D6D0"/>
                </a:solidFill>
                <a:latin typeface="Arial"/>
                <a:ea typeface="Arial"/>
                <a:cs typeface="Arial"/>
              </a:defRPr>
            </a:pPr>
            <a:r>
              <a:rPr sz="2250" b="1">
                <a:solidFill>
                  <a:srgbClr val="35D6D0"/>
                </a:solidFill>
                <a:latin typeface="Arial"/>
                <a:ea typeface="Arial"/>
                <a:cs typeface="Arial"/>
              </a:rPr>
              <a:t>→</a:t>
            </a:r>
          </a:p>
        </p:txBody>
      </p:sp>
      <p:sp>
        <p:nvSpPr>
          <p:cNvPr id="16" name="resource-panel-2">
            <a:extLst xmlns:a="http://schemas.openxmlformats.org/drawingml/2006/main">
              <a:ext uri="{FF2B5EF4-FFF2-40B4-BE49-F238E27FC236}">
                <a16:creationId xmlns:a16="http://schemas.microsoft.com/office/drawing/2014/main" id="{04DC46EF-5003-43CC-A563-16914E24AD38}"/>
              </a:ext>
            </a:extLst>
          </p:cNvPr>
          <p:cNvSpPr>
            <a:spLocks xmlns:a="http://schemas.openxmlformats.org/drawingml/2006/main" noGrp="1"/>
          </p:cNvSpPr>
          <p:nvPr/>
        </p:nvSpPr>
        <p:spPr>
          <a:xfrm xmlns:a="http://schemas.openxmlformats.org/drawingml/2006/main">
            <a:off x="8115300" y="1905000"/>
            <a:ext cx="3314700" cy="3238500"/>
          </a:xfrm>
          <a:prstGeom xmlns:a="http://schemas.openxmlformats.org/drawingml/2006/main" prst="roundRect">
            <a:avLst>
              <a:gd name="adj" fmla="val 3529"/>
            </a:avLst>
          </a:prstGeom>
          <a:solidFill xmlns:a="http://schemas.openxmlformats.org/drawingml/2006/main">
            <a:srgbClr val="12162A"/>
          </a:solidFill>
          <a:ln xmlns:a="http://schemas.openxmlformats.org/drawingml/2006/main" w="9525">
            <a:solidFill>
              <a:srgbClr val="313858"/>
            </a:solidFill>
            <a:prstDash val="solid"/>
          </a:ln>
        </p:spPr>
      </p:sp>
      <p:sp>
        <p:nvSpPr>
          <p:cNvPr id="17" name="resource-icon-2">
            <a:extLst xmlns:a="http://schemas.openxmlformats.org/drawingml/2006/main">
              <a:ext uri="{FF2B5EF4-FFF2-40B4-BE49-F238E27FC236}">
                <a16:creationId xmlns:a16="http://schemas.microsoft.com/office/drawing/2014/main" id="{B4A001AE-B1E1-4A2D-8E4F-D2FB88464D25}"/>
              </a:ext>
            </a:extLst>
          </p:cNvPr>
          <p:cNvSpPr>
            <a:spLocks xmlns:a="http://schemas.openxmlformats.org/drawingml/2006/main" noGrp="1"/>
          </p:cNvSpPr>
          <p:nvPr/>
        </p:nvSpPr>
        <p:spPr>
          <a:xfrm xmlns:a="http://schemas.openxmlformats.org/drawingml/2006/main">
            <a:off x="8382000" y="2152650"/>
            <a:ext cx="685800" cy="685800"/>
          </a:xfrm>
          <a:prstGeom xmlns:a="http://schemas.openxmlformats.org/drawingml/2006/main" prst="ellipse">
            <a:avLst/>
          </a:prstGeom>
          <a:solidFill xmlns:a="http://schemas.openxmlformats.org/drawingml/2006/main">
            <a:srgbClr val="65D38E"/>
          </a:solidFill>
          <a:ln xmlns:a="http://schemas.openxmlformats.org/drawingml/2006/main" w="0">
            <a:solidFill>
              <a:srgbClr val="65D38E"/>
            </a:solidFill>
            <a:prstDash val="solid"/>
          </a:ln>
        </p:spPr>
      </p:sp>
      <p:sp>
        <p:nvSpPr>
          <p:cNvPr id="18" name="resource-icon-2-label">
            <a:extLst xmlns:a="http://schemas.openxmlformats.org/drawingml/2006/main">
              <a:ext uri="{FF2B5EF4-FFF2-40B4-BE49-F238E27FC236}">
                <a16:creationId xmlns:a16="http://schemas.microsoft.com/office/drawing/2014/main" id="{45E05FAC-87A0-4622-A2D1-C342FB4B4C3E}"/>
              </a:ext>
            </a:extLst>
          </p:cNvPr>
          <p:cNvSpPr>
            <a:spLocks xmlns:a="http://schemas.openxmlformats.org/drawingml/2006/main" noGrp="1"/>
          </p:cNvSpPr>
          <p:nvPr/>
        </p:nvSpPr>
        <p:spPr>
          <a:xfrm xmlns:a="http://schemas.openxmlformats.org/drawingml/2006/main">
            <a:off x="8382000" y="21526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052" b="1">
                <a:solidFill>
                  <a:srgbClr val="090B1A"/>
                </a:solidFill>
                <a:latin typeface="Arial"/>
                <a:ea typeface="Arial"/>
                <a:cs typeface="Arial"/>
              </a:defRPr>
            </a:pPr>
            <a:r>
              <a:rPr sz="2052" b="1">
                <a:solidFill>
                  <a:srgbClr val="090B1A"/>
                </a:solidFill>
                <a:latin typeface="Arial"/>
                <a:ea typeface="Arial"/>
                <a:cs typeface="Arial"/>
              </a:rPr>
              <a:t>E</a:t>
            </a:r>
          </a:p>
        </p:txBody>
      </p:sp>
      <p:sp>
        <p:nvSpPr>
          <p:cNvPr id="19" name="resource-head-2">
            <a:extLst xmlns:a="http://schemas.openxmlformats.org/drawingml/2006/main">
              <a:ext uri="{FF2B5EF4-FFF2-40B4-BE49-F238E27FC236}">
                <a16:creationId xmlns:a16="http://schemas.microsoft.com/office/drawing/2014/main" id="{FACDFA5F-6C25-4490-BF05-AF64C23FBE91}"/>
              </a:ext>
            </a:extLst>
          </p:cNvPr>
          <p:cNvSpPr>
            <a:spLocks xmlns:a="http://schemas.openxmlformats.org/drawingml/2006/main" noGrp="1"/>
          </p:cNvSpPr>
          <p:nvPr/>
        </p:nvSpPr>
        <p:spPr>
          <a:xfrm xmlns:a="http://schemas.openxmlformats.org/drawingml/2006/main">
            <a:off x="9277350" y="2152650"/>
            <a:ext cx="18097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2400" b="1">
                <a:solidFill>
                  <a:srgbClr val="F7F7FF"/>
                </a:solidFill>
                <a:latin typeface="Arial"/>
                <a:ea typeface="Arial"/>
                <a:cs typeface="Arial"/>
              </a:defRPr>
            </a:pPr>
            <a:r>
              <a:rPr sz="2400" b="1">
                <a:solidFill>
                  <a:srgbClr val="F7F7FF"/>
                </a:solidFill>
                <a:latin typeface="Arial"/>
                <a:ea typeface="Arial"/>
                <a:cs typeface="Arial"/>
              </a:rPr>
              <a:t>Energy</a:t>
            </a:r>
          </a:p>
        </p:txBody>
      </p:sp>
      <p:sp>
        <p:nvSpPr>
          <p:cNvPr id="20" name="resource-lines-2">
            <a:extLst xmlns:a="http://schemas.openxmlformats.org/drawingml/2006/main">
              <a:ext uri="{FF2B5EF4-FFF2-40B4-BE49-F238E27FC236}">
                <a16:creationId xmlns:a16="http://schemas.microsoft.com/office/drawing/2014/main" id="{F657FB55-3F23-40CB-9EEF-BDBA17B9370C}"/>
              </a:ext>
            </a:extLst>
          </p:cNvPr>
          <p:cNvSpPr>
            <a:spLocks xmlns:a="http://schemas.openxmlformats.org/drawingml/2006/main" noGrp="1"/>
          </p:cNvSpPr>
          <p:nvPr/>
        </p:nvSpPr>
        <p:spPr>
          <a:xfrm xmlns:a="http://schemas.openxmlformats.org/drawingml/2006/main">
            <a:off x="8382000" y="3028950"/>
            <a:ext cx="2781300" cy="1447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800" b="0">
                <a:solidFill>
                  <a:srgbClr val="A9B0CB"/>
                </a:solidFill>
                <a:latin typeface="Arial"/>
                <a:ea typeface="Arial"/>
                <a:cs typeface="Arial"/>
              </a:defRPr>
            </a:pPr>
            <a:r>
              <a:rPr sz="1800" b="0">
                <a:solidFill>
                  <a:srgbClr val="A9B0CB"/>
                </a:solidFill>
                <a:latin typeface="Arial"/>
                <a:ea typeface="Arial"/>
                <a:cs typeface="Arial"/>
              </a:rPr>
              <a:t>Energy drains</a:t>
            </a:r>
          </a:p>
          <a:p xmlns:a="http://schemas.openxmlformats.org/drawingml/2006/main">
            <a:pPr algn="l">
              <a:defRPr sz="1800" b="0">
                <a:solidFill>
                  <a:srgbClr val="A9B0CB"/>
                </a:solidFill>
                <a:latin typeface="Arial"/>
                <a:ea typeface="Arial"/>
                <a:cs typeface="Arial"/>
              </a:defRPr>
            </a:pPr>
            <a:r>
              <a:rPr sz="1800" b="0">
                <a:solidFill>
                  <a:srgbClr val="A9B0CB"/>
                </a:solidFill>
                <a:latin typeface="Arial"/>
                <a:ea typeface="Arial"/>
                <a:cs typeface="Arial"/>
              </a:rPr>
              <a:t>Better routines</a:t>
            </a:r>
          </a:p>
          <a:p xmlns:a="http://schemas.openxmlformats.org/drawingml/2006/main">
            <a:pPr algn="l">
              <a:defRPr sz="1800" b="0">
                <a:solidFill>
                  <a:srgbClr val="A9B0CB"/>
                </a:solidFill>
                <a:latin typeface="Arial"/>
                <a:ea typeface="Arial"/>
                <a:cs typeface="Arial"/>
              </a:defRPr>
            </a:pPr>
            <a:r>
              <a:rPr sz="1800" b="0">
                <a:solidFill>
                  <a:srgbClr val="A9B0CB"/>
                </a:solidFill>
                <a:latin typeface="Arial"/>
                <a:ea typeface="Arial"/>
                <a:cs typeface="Arial"/>
              </a:rPr>
              <a:t>Sustainable progress</a:t>
            </a:r>
          </a:p>
        </p:txBody>
      </p:sp>
      <p:sp>
        <p:nvSpPr>
          <p:cNvPr id="21" name="resource-arrow-2">
            <a:extLst xmlns:a="http://schemas.openxmlformats.org/drawingml/2006/main">
              <a:ext uri="{FF2B5EF4-FFF2-40B4-BE49-F238E27FC236}">
                <a16:creationId xmlns:a16="http://schemas.microsoft.com/office/drawing/2014/main" id="{F78E74CE-9476-4CCD-A1EC-DD441015BD1C}"/>
              </a:ext>
            </a:extLst>
          </p:cNvPr>
          <p:cNvSpPr>
            <a:spLocks xmlns:a="http://schemas.openxmlformats.org/drawingml/2006/main" noGrp="1"/>
          </p:cNvSpPr>
          <p:nvPr/>
        </p:nvSpPr>
        <p:spPr>
          <a:xfrm xmlns:a="http://schemas.openxmlformats.org/drawingml/2006/main">
            <a:off x="10744200" y="4514850"/>
            <a:ext cx="4191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250" b="1">
                <a:solidFill>
                  <a:srgbClr val="65D38E"/>
                </a:solidFill>
                <a:latin typeface="Arial"/>
                <a:ea typeface="Arial"/>
                <a:cs typeface="Arial"/>
              </a:defRPr>
            </a:pPr>
            <a:r>
              <a:rPr sz="2250" b="1">
                <a:solidFill>
                  <a:srgbClr val="65D38E"/>
                </a:solidFill>
                <a:latin typeface="Arial"/>
                <a:ea typeface="Arial"/>
                <a:cs typeface="Arial"/>
              </a:rPr>
              <a:t>→</a:t>
            </a:r>
          </a:p>
        </p:txBody>
      </p:sp>
      <p:sp>
        <p:nvSpPr>
          <p:cNvPr id="22" name="experience-footer">
            <a:extLst xmlns:a="http://schemas.openxmlformats.org/drawingml/2006/main">
              <a:ext uri="{FF2B5EF4-FFF2-40B4-BE49-F238E27FC236}">
                <a16:creationId xmlns:a16="http://schemas.microsoft.com/office/drawing/2014/main" id="{B7B2AD8E-B29C-4B1C-AAC7-5783AF6C9BB2}"/>
              </a:ext>
            </a:extLst>
          </p:cNvPr>
          <p:cNvSpPr>
            <a:spLocks xmlns:a="http://schemas.openxmlformats.org/drawingml/2006/main" noGrp="1"/>
          </p:cNvSpPr>
          <p:nvPr/>
        </p:nvSpPr>
        <p:spPr>
          <a:xfrm xmlns:a="http://schemas.openxmlformats.org/drawingml/2006/main">
            <a:off x="609600" y="5600700"/>
            <a:ext cx="10572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0">
                <a:solidFill>
                  <a:srgbClr val="F7F7FF"/>
                </a:solidFill>
                <a:latin typeface="Arial"/>
                <a:ea typeface="Arial"/>
                <a:cs typeface="Arial"/>
              </a:defRPr>
            </a:pPr>
            <a:r>
              <a:rPr sz="1800" b="0">
                <a:solidFill>
                  <a:srgbClr val="F7F7FF"/>
                </a:solidFill>
                <a:latin typeface="Arial"/>
                <a:ea typeface="Arial"/>
                <a:cs typeface="Arial"/>
              </a:rPr>
              <a:t>Overview • Future projections • Investment recommendations • LifeROI guidance</a:t>
            </a:r>
          </a:p>
        </p:txBody>
      </p:sp>
    </p:spTree>
    <p:extLst>
      <p:ext uri="{BB962C8B-B14F-4D97-AF65-F5344CB8AC3E}">
        <p14:creationId xmlns:p14="http://schemas.microsoft.com/office/powerpoint/2010/main" val="1124560491"/>
      </p:ext>
    </p:extLst>
  </p:cSld>
</p:sld>
</file>

<file path=ppt/slides/slide4.xml><?xml version="1.0" encoding="utf-8"?>
<p:sld xmlns:p="http://schemas.openxmlformats.org/presentationml/2006/main">
  <p:cSld>
    <p:bg>
      <p:bgPr>
        <a:solidFill xmlns:a="http://schemas.openxmlformats.org/drawingml/2006/main">
          <a:srgbClr val="090B1A"/>
        </a:solidFill>
      </p:bgPr>
    </p:bg>
    <p:spTree>
      <p:nvGrpSpPr>
        <p:cNvPr id="1" name=""/>
        <p:cNvGrpSpPr/>
        <p:nvPr/>
      </p:nvGrpSpPr>
      <p:grpSpPr>
        <a:xfrm xmlns:a="http://schemas.openxmlformats.org/drawingml/2006/main"/>
      </p:grpSpPr>
      <p:sp>
        <p:nvSpPr>
          <p:cNvPr id="34" name="eyebrow-4">
            <a:extLst xmlns:a="http://schemas.openxmlformats.org/drawingml/2006/main">
              <a:ext uri="{FF2B5EF4-FFF2-40B4-BE49-F238E27FC236}">
                <a16:creationId xmlns:a16="http://schemas.microsoft.com/office/drawing/2014/main" id="{64550EDE-6990-4903-A3E6-D54DB72F82EC}"/>
              </a:ext>
            </a:extLst>
          </p:cNvPr>
          <p:cNvSpPr>
            <a:spLocks xmlns:a="http://schemas.openxmlformats.org/drawingml/2006/main" noGrp="1"/>
          </p:cNvSpPr>
          <p:nvPr/>
        </p:nvSpPr>
        <p:spPr>
          <a:xfrm xmlns:a="http://schemas.openxmlformats.org/drawingml/2006/main">
            <a:off x="609600" y="4000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35D6D0"/>
                </a:solidFill>
                <a:latin typeface="Arial"/>
                <a:ea typeface="Arial"/>
                <a:cs typeface="Arial"/>
              </a:defRPr>
            </a:pPr>
            <a:r>
              <a:rPr sz="1200" b="1">
                <a:solidFill>
                  <a:srgbClr val="35D6D0"/>
                </a:solidFill>
                <a:latin typeface="Arial"/>
                <a:ea typeface="Arial"/>
                <a:cs typeface="Arial"/>
              </a:rPr>
              <a:t>THE WORKING FLOW</a:t>
            </a:r>
          </a:p>
        </p:txBody>
      </p:sp>
      <p:sp>
        <p:nvSpPr>
          <p:cNvPr id="2" name="title-4">
            <a:extLst xmlns:a="http://schemas.openxmlformats.org/drawingml/2006/main">
              <a:ext uri="{FF2B5EF4-FFF2-40B4-BE49-F238E27FC236}">
                <a16:creationId xmlns:a16="http://schemas.microsoft.com/office/drawing/2014/main" id="{6DC3C174-F195-415A-BA31-D0DD3705C2FB}"/>
              </a:ext>
            </a:extLst>
          </p:cNvPr>
          <p:cNvSpPr>
            <a:spLocks xmlns:a="http://schemas.openxmlformats.org/drawingml/2006/main" noGrp="1"/>
          </p:cNvSpPr>
          <p:nvPr/>
        </p:nvSpPr>
        <p:spPr>
          <a:xfrm xmlns:a="http://schemas.openxmlformats.org/drawingml/2006/main">
            <a:off x="609600" y="742950"/>
            <a:ext cx="1090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00" b="1">
                <a:solidFill>
                  <a:srgbClr val="F7F7FF"/>
                </a:solidFill>
                <a:latin typeface="Arial"/>
                <a:ea typeface="Arial"/>
                <a:cs typeface="Arial"/>
              </a:defRPr>
            </a:pPr>
            <a:r>
              <a:rPr sz="3600" b="1">
                <a:solidFill>
                  <a:srgbClr val="F7F7FF"/>
                </a:solidFill>
                <a:latin typeface="Arial"/>
                <a:ea typeface="Arial"/>
                <a:cs typeface="Arial"/>
              </a:rPr>
              <a:t>Every interaction follows one clear feedback loop</a:t>
            </a:r>
          </a:p>
        </p:txBody>
      </p:sp>
      <p:sp>
        <p:nvSpPr>
          <p:cNvPr id="3" name="page-4">
            <a:extLst xmlns:a="http://schemas.openxmlformats.org/drawingml/2006/main">
              <a:ext uri="{FF2B5EF4-FFF2-40B4-BE49-F238E27FC236}">
                <a16:creationId xmlns:a16="http://schemas.microsoft.com/office/drawing/2014/main" id="{6E04B539-7BCA-4F40-95AE-23F92174C91D}"/>
              </a:ext>
            </a:extLst>
          </p:cNvPr>
          <p:cNvSpPr>
            <a:spLocks xmlns:a="http://schemas.openxmlformats.org/drawingml/2006/main" noGrp="1"/>
          </p:cNvSpPr>
          <p:nvPr/>
        </p:nvSpPr>
        <p:spPr>
          <a:xfrm xmlns:a="http://schemas.openxmlformats.org/drawingml/2006/main">
            <a:off x="11239500" y="61912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200" b="0">
                <a:solidFill>
                  <a:srgbClr val="A9B0CB"/>
                </a:solidFill>
                <a:latin typeface="Arial"/>
                <a:ea typeface="Arial"/>
                <a:cs typeface="Arial"/>
              </a:defRPr>
            </a:pPr>
            <a:r>
              <a:rPr sz="1200" b="0">
                <a:solidFill>
                  <a:srgbClr val="A9B0CB"/>
                </a:solidFill>
                <a:latin typeface="Arial"/>
                <a:ea typeface="Arial"/>
                <a:cs typeface="Arial"/>
              </a:rPr>
              <a:t>04</a:t>
            </a:r>
          </a:p>
        </p:txBody>
      </p:sp>
      <p:cxnSp>
        <p:nvCxnSpPr>
          <p:cNvPr id="37" name="journey-line-0"/>
          <p:cNvCxnSpPr/>
          <p:nvPr/>
        </p:nvCxnSpPr>
        <p:spPr>
          <a:xfrm xmlns:a="http://schemas.openxmlformats.org/drawingml/2006/main">
            <a:off x="1485900" y="3105150"/>
            <a:ext cx="1200150" cy="0"/>
          </a:xfrm>
          <a:prstGeom xmlns:a="http://schemas.openxmlformats.org/drawingml/2006/main" prst="straightConnector1">
            <a:avLst/>
          </a:prstGeom>
          <a:ln xmlns:a="http://schemas.openxmlformats.org/drawingml/2006/main" w="28575">
            <a:solidFill>
              <a:srgbClr val="7C6CFF"/>
            </a:solidFill>
            <a:prstDash val="solid"/>
          </a:ln>
        </p:spPr>
      </p:cxnSp>
      <p:cxnSp>
        <p:nvCxnSpPr>
          <p:cNvPr id="38" name="journey-line-1"/>
          <p:cNvCxnSpPr/>
          <p:nvPr/>
        </p:nvCxnSpPr>
        <p:spPr>
          <a:xfrm xmlns:a="http://schemas.openxmlformats.org/drawingml/2006/main">
            <a:off x="3371850" y="3105150"/>
            <a:ext cx="1200150" cy="0"/>
          </a:xfrm>
          <a:prstGeom xmlns:a="http://schemas.openxmlformats.org/drawingml/2006/main" prst="straightConnector1">
            <a:avLst/>
          </a:prstGeom>
          <a:ln xmlns:a="http://schemas.openxmlformats.org/drawingml/2006/main" w="28575">
            <a:solidFill>
              <a:srgbClr val="7C6CFF"/>
            </a:solidFill>
            <a:prstDash val="solid"/>
          </a:ln>
        </p:spPr>
      </p:cxnSp>
      <p:cxnSp>
        <p:nvCxnSpPr>
          <p:cNvPr id="39" name="journey-line-2"/>
          <p:cNvCxnSpPr/>
          <p:nvPr/>
        </p:nvCxnSpPr>
        <p:spPr>
          <a:xfrm xmlns:a="http://schemas.openxmlformats.org/drawingml/2006/main">
            <a:off x="5257800" y="3105150"/>
            <a:ext cx="1200150" cy="0"/>
          </a:xfrm>
          <a:prstGeom xmlns:a="http://schemas.openxmlformats.org/drawingml/2006/main" prst="straightConnector1">
            <a:avLst/>
          </a:prstGeom>
          <a:ln xmlns:a="http://schemas.openxmlformats.org/drawingml/2006/main" w="28575">
            <a:solidFill>
              <a:srgbClr val="7C6CFF"/>
            </a:solidFill>
            <a:prstDash val="solid"/>
          </a:ln>
        </p:spPr>
      </p:cxnSp>
      <p:cxnSp>
        <p:nvCxnSpPr>
          <p:cNvPr id="40" name="journey-line-3"/>
          <p:cNvCxnSpPr/>
          <p:nvPr/>
        </p:nvCxnSpPr>
        <p:spPr>
          <a:xfrm xmlns:a="http://schemas.openxmlformats.org/drawingml/2006/main">
            <a:off x="7143750" y="3105150"/>
            <a:ext cx="1200150" cy="0"/>
          </a:xfrm>
          <a:prstGeom xmlns:a="http://schemas.openxmlformats.org/drawingml/2006/main" prst="straightConnector1">
            <a:avLst/>
          </a:prstGeom>
          <a:ln xmlns:a="http://schemas.openxmlformats.org/drawingml/2006/main" w="28575">
            <a:solidFill>
              <a:srgbClr val="7C6CFF"/>
            </a:solidFill>
            <a:prstDash val="solid"/>
          </a:ln>
        </p:spPr>
      </p:cxnSp>
      <p:cxnSp>
        <p:nvCxnSpPr>
          <p:cNvPr id="41" name="journey-line-4"/>
          <p:cNvCxnSpPr/>
          <p:nvPr/>
        </p:nvCxnSpPr>
        <p:spPr>
          <a:xfrm xmlns:a="http://schemas.openxmlformats.org/drawingml/2006/main">
            <a:off x="9029700" y="3105150"/>
            <a:ext cx="1200150" cy="0"/>
          </a:xfrm>
          <a:prstGeom xmlns:a="http://schemas.openxmlformats.org/drawingml/2006/main" prst="straightConnector1">
            <a:avLst/>
          </a:prstGeom>
          <a:ln xmlns:a="http://schemas.openxmlformats.org/drawingml/2006/main" w="28575">
            <a:solidFill>
              <a:srgbClr val="7C6CFF"/>
            </a:solidFill>
            <a:prstDash val="solid"/>
          </a:ln>
        </p:spPr>
      </p:cxnSp>
      <p:sp>
        <p:nvSpPr>
          <p:cNvPr id="9" name="journey-step-0">
            <a:extLst xmlns:a="http://schemas.openxmlformats.org/drawingml/2006/main">
              <a:ext uri="{FF2B5EF4-FFF2-40B4-BE49-F238E27FC236}">
                <a16:creationId xmlns:a16="http://schemas.microsoft.com/office/drawing/2014/main" id="{C8ECD26A-DBD1-4CCB-BA78-281CB8E35003}"/>
              </a:ext>
            </a:extLst>
          </p:cNvPr>
          <p:cNvSpPr>
            <a:spLocks xmlns:a="http://schemas.openxmlformats.org/drawingml/2006/main" noGrp="1"/>
          </p:cNvSpPr>
          <p:nvPr/>
        </p:nvSpPr>
        <p:spPr>
          <a:xfrm xmlns:a="http://schemas.openxmlformats.org/drawingml/2006/main">
            <a:off x="800100" y="2762250"/>
            <a:ext cx="685800" cy="685800"/>
          </a:xfrm>
          <a:prstGeom xmlns:a="http://schemas.openxmlformats.org/drawingml/2006/main" prst="ellipse">
            <a:avLst/>
          </a:prstGeom>
          <a:solidFill xmlns:a="http://schemas.openxmlformats.org/drawingml/2006/main">
            <a:srgbClr val="35D6D0"/>
          </a:solidFill>
          <a:ln xmlns:a="http://schemas.openxmlformats.org/drawingml/2006/main" w="0">
            <a:solidFill>
              <a:srgbClr val="35D6D0"/>
            </a:solidFill>
            <a:prstDash val="solid"/>
          </a:ln>
        </p:spPr>
      </p:sp>
      <p:sp>
        <p:nvSpPr>
          <p:cNvPr id="10" name="journey-step-0-label">
            <a:extLst xmlns:a="http://schemas.openxmlformats.org/drawingml/2006/main">
              <a:ext uri="{FF2B5EF4-FFF2-40B4-BE49-F238E27FC236}">
                <a16:creationId xmlns:a16="http://schemas.microsoft.com/office/drawing/2014/main" id="{415C2B04-AD20-4737-9281-66C7D06C02F9}"/>
              </a:ext>
            </a:extLst>
          </p:cNvPr>
          <p:cNvSpPr>
            <a:spLocks xmlns:a="http://schemas.openxmlformats.org/drawingml/2006/main" noGrp="1"/>
          </p:cNvSpPr>
          <p:nvPr/>
        </p:nvSpPr>
        <p:spPr>
          <a:xfrm xmlns:a="http://schemas.openxmlformats.org/drawingml/2006/main">
            <a:off x="800100" y="27622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052" b="1">
                <a:solidFill>
                  <a:srgbClr val="FFFFFF"/>
                </a:solidFill>
                <a:latin typeface="Arial"/>
                <a:ea typeface="Arial"/>
                <a:cs typeface="Arial"/>
              </a:defRPr>
            </a:pPr>
            <a:r>
              <a:rPr sz="2052" b="1">
                <a:solidFill>
                  <a:srgbClr val="FFFFFF"/>
                </a:solidFill>
                <a:latin typeface="Arial"/>
                <a:ea typeface="Arial"/>
                <a:cs typeface="Arial"/>
              </a:rPr>
              <a:t>1</a:t>
            </a:r>
          </a:p>
        </p:txBody>
      </p:sp>
      <p:sp>
        <p:nvSpPr>
          <p:cNvPr id="11" name="journey-head-0">
            <a:extLst xmlns:a="http://schemas.openxmlformats.org/drawingml/2006/main">
              <a:ext uri="{FF2B5EF4-FFF2-40B4-BE49-F238E27FC236}">
                <a16:creationId xmlns:a16="http://schemas.microsoft.com/office/drawing/2014/main" id="{7DC82CD3-F2D3-40DE-BEB7-3C7E65BACA05}"/>
              </a:ext>
            </a:extLst>
          </p:cNvPr>
          <p:cNvSpPr>
            <a:spLocks xmlns:a="http://schemas.openxmlformats.org/drawingml/2006/main" noGrp="1"/>
          </p:cNvSpPr>
          <p:nvPr/>
        </p:nvSpPr>
        <p:spPr>
          <a:xfrm xmlns:a="http://schemas.openxmlformats.org/drawingml/2006/main">
            <a:off x="342900" y="373380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F7F7FF"/>
                </a:solidFill>
                <a:latin typeface="Arial"/>
                <a:ea typeface="Arial"/>
                <a:cs typeface="Arial"/>
              </a:defRPr>
            </a:pPr>
            <a:r>
              <a:rPr sz="1800" b="1">
                <a:solidFill>
                  <a:srgbClr val="F7F7FF"/>
                </a:solidFill>
                <a:latin typeface="Arial"/>
                <a:ea typeface="Arial"/>
                <a:cs typeface="Arial"/>
              </a:rPr>
              <a:t>Add data</a:t>
            </a:r>
          </a:p>
        </p:txBody>
      </p:sp>
      <p:sp>
        <p:nvSpPr>
          <p:cNvPr id="12" name="journey-body-0">
            <a:extLst xmlns:a="http://schemas.openxmlformats.org/drawingml/2006/main">
              <a:ext uri="{FF2B5EF4-FFF2-40B4-BE49-F238E27FC236}">
                <a16:creationId xmlns:a16="http://schemas.microsoft.com/office/drawing/2014/main" id="{EE56CA2B-23FD-42FC-933E-634353BAE422}"/>
              </a:ext>
            </a:extLst>
          </p:cNvPr>
          <p:cNvSpPr>
            <a:spLocks xmlns:a="http://schemas.openxmlformats.org/drawingml/2006/main" noGrp="1"/>
          </p:cNvSpPr>
          <p:nvPr/>
        </p:nvSpPr>
        <p:spPr>
          <a:xfrm xmlns:a="http://schemas.openxmlformats.org/drawingml/2006/main">
            <a:off x="323850" y="4191000"/>
            <a:ext cx="1638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0">
                <a:solidFill>
                  <a:srgbClr val="A9B0CB"/>
                </a:solidFill>
                <a:latin typeface="Arial"/>
                <a:ea typeface="Arial"/>
                <a:cs typeface="Arial"/>
              </a:defRPr>
            </a:pPr>
            <a:r>
              <a:rPr sz="1425" b="0">
                <a:solidFill>
                  <a:srgbClr val="A9B0CB"/>
                </a:solidFill>
                <a:latin typeface="Arial"/>
                <a:ea typeface="Arial"/>
                <a:cs typeface="Arial"/>
              </a:rPr>
              <a:t>Upload or generate</a:t>
            </a:r>
          </a:p>
          <a:p xmlns:a="http://schemas.openxmlformats.org/drawingml/2006/main">
            <a:pPr algn="ctr">
              <a:defRPr sz="1425" b="0">
                <a:solidFill>
                  <a:srgbClr val="A9B0CB"/>
                </a:solidFill>
                <a:latin typeface="Arial"/>
                <a:ea typeface="Arial"/>
                <a:cs typeface="Arial"/>
              </a:defRPr>
            </a:pPr>
            <a:r>
              <a:rPr sz="1425" b="0">
                <a:solidFill>
                  <a:srgbClr val="A9B0CB"/>
                </a:solidFill>
                <a:latin typeface="Arial"/>
                <a:ea typeface="Arial"/>
                <a:cs typeface="Arial"/>
              </a:rPr>
              <a:t>a demo statement</a:t>
            </a:r>
          </a:p>
        </p:txBody>
      </p:sp>
      <p:sp>
        <p:nvSpPr>
          <p:cNvPr id="13" name="journey-step-1">
            <a:extLst xmlns:a="http://schemas.openxmlformats.org/drawingml/2006/main">
              <a:ext uri="{FF2B5EF4-FFF2-40B4-BE49-F238E27FC236}">
                <a16:creationId xmlns:a16="http://schemas.microsoft.com/office/drawing/2014/main" id="{495A863C-9BB5-4DA9-895B-3374A1DED489}"/>
              </a:ext>
            </a:extLst>
          </p:cNvPr>
          <p:cNvSpPr>
            <a:spLocks xmlns:a="http://schemas.openxmlformats.org/drawingml/2006/main" noGrp="1"/>
          </p:cNvSpPr>
          <p:nvPr/>
        </p:nvSpPr>
        <p:spPr>
          <a:xfrm xmlns:a="http://schemas.openxmlformats.org/drawingml/2006/main">
            <a:off x="2686050" y="2762250"/>
            <a:ext cx="685800" cy="685800"/>
          </a:xfrm>
          <a:prstGeom xmlns:a="http://schemas.openxmlformats.org/drawingml/2006/main" prst="ellipse">
            <a:avLst/>
          </a:prstGeom>
          <a:solidFill xmlns:a="http://schemas.openxmlformats.org/drawingml/2006/main">
            <a:srgbClr val="35D6D0"/>
          </a:solidFill>
          <a:ln xmlns:a="http://schemas.openxmlformats.org/drawingml/2006/main" w="0">
            <a:solidFill>
              <a:srgbClr val="35D6D0"/>
            </a:solidFill>
            <a:prstDash val="solid"/>
          </a:ln>
        </p:spPr>
      </p:sp>
      <p:sp>
        <p:nvSpPr>
          <p:cNvPr id="14" name="journey-step-1-label">
            <a:extLst xmlns:a="http://schemas.openxmlformats.org/drawingml/2006/main">
              <a:ext uri="{FF2B5EF4-FFF2-40B4-BE49-F238E27FC236}">
                <a16:creationId xmlns:a16="http://schemas.microsoft.com/office/drawing/2014/main" id="{4672C1A1-08EC-4AEE-AE77-5CA238847C36}"/>
              </a:ext>
            </a:extLst>
          </p:cNvPr>
          <p:cNvSpPr>
            <a:spLocks xmlns:a="http://schemas.openxmlformats.org/drawingml/2006/main" noGrp="1"/>
          </p:cNvSpPr>
          <p:nvPr/>
        </p:nvSpPr>
        <p:spPr>
          <a:xfrm xmlns:a="http://schemas.openxmlformats.org/drawingml/2006/main">
            <a:off x="2686050" y="27622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052" b="1">
                <a:solidFill>
                  <a:srgbClr val="FFFFFF"/>
                </a:solidFill>
                <a:latin typeface="Arial"/>
                <a:ea typeface="Arial"/>
                <a:cs typeface="Arial"/>
              </a:defRPr>
            </a:pPr>
            <a:r>
              <a:rPr sz="2052" b="1">
                <a:solidFill>
                  <a:srgbClr val="FFFFFF"/>
                </a:solidFill>
                <a:latin typeface="Arial"/>
                <a:ea typeface="Arial"/>
                <a:cs typeface="Arial"/>
              </a:rPr>
              <a:t>2</a:t>
            </a:r>
          </a:p>
        </p:txBody>
      </p:sp>
      <p:sp>
        <p:nvSpPr>
          <p:cNvPr id="15" name="journey-head-1">
            <a:extLst xmlns:a="http://schemas.openxmlformats.org/drawingml/2006/main">
              <a:ext uri="{FF2B5EF4-FFF2-40B4-BE49-F238E27FC236}">
                <a16:creationId xmlns:a16="http://schemas.microsoft.com/office/drawing/2014/main" id="{098AA1CA-DF9E-4E9F-8FA4-D069C62678CB}"/>
              </a:ext>
            </a:extLst>
          </p:cNvPr>
          <p:cNvSpPr>
            <a:spLocks xmlns:a="http://schemas.openxmlformats.org/drawingml/2006/main" noGrp="1"/>
          </p:cNvSpPr>
          <p:nvPr/>
        </p:nvSpPr>
        <p:spPr>
          <a:xfrm xmlns:a="http://schemas.openxmlformats.org/drawingml/2006/main">
            <a:off x="2228850" y="373380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F7F7FF"/>
                </a:solidFill>
                <a:latin typeface="Arial"/>
                <a:ea typeface="Arial"/>
                <a:cs typeface="Arial"/>
              </a:defRPr>
            </a:pPr>
            <a:r>
              <a:rPr sz="1800" b="1">
                <a:solidFill>
                  <a:srgbClr val="F7F7FF"/>
                </a:solidFill>
                <a:latin typeface="Arial"/>
                <a:ea typeface="Arial"/>
                <a:cs typeface="Arial"/>
              </a:rPr>
              <a:t>Understand</a:t>
            </a:r>
          </a:p>
        </p:txBody>
      </p:sp>
      <p:sp>
        <p:nvSpPr>
          <p:cNvPr id="16" name="journey-body-1">
            <a:extLst xmlns:a="http://schemas.openxmlformats.org/drawingml/2006/main">
              <a:ext uri="{FF2B5EF4-FFF2-40B4-BE49-F238E27FC236}">
                <a16:creationId xmlns:a16="http://schemas.microsoft.com/office/drawing/2014/main" id="{40149D19-06D0-4A9F-8F4A-2AB1862A1626}"/>
              </a:ext>
            </a:extLst>
          </p:cNvPr>
          <p:cNvSpPr>
            <a:spLocks xmlns:a="http://schemas.openxmlformats.org/drawingml/2006/main" noGrp="1"/>
          </p:cNvSpPr>
          <p:nvPr/>
        </p:nvSpPr>
        <p:spPr>
          <a:xfrm xmlns:a="http://schemas.openxmlformats.org/drawingml/2006/main">
            <a:off x="2209800" y="4191000"/>
            <a:ext cx="1638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0">
                <a:solidFill>
                  <a:srgbClr val="A9B0CB"/>
                </a:solidFill>
                <a:latin typeface="Arial"/>
                <a:ea typeface="Arial"/>
                <a:cs typeface="Arial"/>
              </a:defRPr>
            </a:pPr>
            <a:r>
              <a:rPr sz="1425" b="0">
                <a:solidFill>
                  <a:srgbClr val="A9B0CB"/>
                </a:solidFill>
                <a:latin typeface="Arial"/>
                <a:ea typeface="Arial"/>
                <a:cs typeface="Arial"/>
              </a:rPr>
              <a:t>Organise money,</a:t>
            </a:r>
          </a:p>
          <a:p xmlns:a="http://schemas.openxmlformats.org/drawingml/2006/main">
            <a:pPr algn="ctr">
              <a:defRPr sz="1425" b="0">
                <a:solidFill>
                  <a:srgbClr val="A9B0CB"/>
                </a:solidFill>
                <a:latin typeface="Arial"/>
                <a:ea typeface="Arial"/>
                <a:cs typeface="Arial"/>
              </a:defRPr>
            </a:pPr>
            <a:r>
              <a:rPr sz="1425" b="0">
                <a:solidFill>
                  <a:srgbClr val="A9B0CB"/>
                </a:solidFill>
                <a:latin typeface="Arial"/>
                <a:ea typeface="Arial"/>
                <a:cs typeface="Arial"/>
              </a:rPr>
              <a:t>time and energy</a:t>
            </a:r>
          </a:p>
        </p:txBody>
      </p:sp>
      <p:sp>
        <p:nvSpPr>
          <p:cNvPr id="17" name="journey-step-2">
            <a:extLst xmlns:a="http://schemas.openxmlformats.org/drawingml/2006/main">
              <a:ext uri="{FF2B5EF4-FFF2-40B4-BE49-F238E27FC236}">
                <a16:creationId xmlns:a16="http://schemas.microsoft.com/office/drawing/2014/main" id="{B2ED7343-6E06-4493-A8DF-9A61B3B55425}"/>
              </a:ext>
            </a:extLst>
          </p:cNvPr>
          <p:cNvSpPr>
            <a:spLocks xmlns:a="http://schemas.openxmlformats.org/drawingml/2006/main" noGrp="1"/>
          </p:cNvSpPr>
          <p:nvPr/>
        </p:nvSpPr>
        <p:spPr>
          <a:xfrm xmlns:a="http://schemas.openxmlformats.org/drawingml/2006/main">
            <a:off x="4572000" y="2762250"/>
            <a:ext cx="685800" cy="685800"/>
          </a:xfrm>
          <a:prstGeom xmlns:a="http://schemas.openxmlformats.org/drawingml/2006/main" prst="ellipse">
            <a:avLst/>
          </a:prstGeom>
          <a:solidFill xmlns:a="http://schemas.openxmlformats.org/drawingml/2006/main">
            <a:srgbClr val="35D6D0"/>
          </a:solidFill>
          <a:ln xmlns:a="http://schemas.openxmlformats.org/drawingml/2006/main" w="0">
            <a:solidFill>
              <a:srgbClr val="35D6D0"/>
            </a:solidFill>
            <a:prstDash val="solid"/>
          </a:ln>
        </p:spPr>
      </p:sp>
      <p:sp>
        <p:nvSpPr>
          <p:cNvPr id="18" name="journey-step-2-label">
            <a:extLst xmlns:a="http://schemas.openxmlformats.org/drawingml/2006/main">
              <a:ext uri="{FF2B5EF4-FFF2-40B4-BE49-F238E27FC236}">
                <a16:creationId xmlns:a16="http://schemas.microsoft.com/office/drawing/2014/main" id="{329BFBD1-87C6-43A6-B190-BE1D56EBAE7E}"/>
              </a:ext>
            </a:extLst>
          </p:cNvPr>
          <p:cNvSpPr>
            <a:spLocks xmlns:a="http://schemas.openxmlformats.org/drawingml/2006/main" noGrp="1"/>
          </p:cNvSpPr>
          <p:nvPr/>
        </p:nvSpPr>
        <p:spPr>
          <a:xfrm xmlns:a="http://schemas.openxmlformats.org/drawingml/2006/main">
            <a:off x="4572000" y="27622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052" b="1">
                <a:solidFill>
                  <a:srgbClr val="FFFFFF"/>
                </a:solidFill>
                <a:latin typeface="Arial"/>
                <a:ea typeface="Arial"/>
                <a:cs typeface="Arial"/>
              </a:defRPr>
            </a:pPr>
            <a:r>
              <a:rPr sz="2052" b="1">
                <a:solidFill>
                  <a:srgbClr val="FFFFFF"/>
                </a:solidFill>
                <a:latin typeface="Arial"/>
                <a:ea typeface="Arial"/>
                <a:cs typeface="Arial"/>
              </a:rPr>
              <a:t>3</a:t>
            </a:r>
          </a:p>
        </p:txBody>
      </p:sp>
      <p:sp>
        <p:nvSpPr>
          <p:cNvPr id="19" name="journey-head-2">
            <a:extLst xmlns:a="http://schemas.openxmlformats.org/drawingml/2006/main">
              <a:ext uri="{FF2B5EF4-FFF2-40B4-BE49-F238E27FC236}">
                <a16:creationId xmlns:a16="http://schemas.microsoft.com/office/drawing/2014/main" id="{F0780DF8-23EE-48CE-9030-4FE53929EF61}"/>
              </a:ext>
            </a:extLst>
          </p:cNvPr>
          <p:cNvSpPr>
            <a:spLocks xmlns:a="http://schemas.openxmlformats.org/drawingml/2006/main" noGrp="1"/>
          </p:cNvSpPr>
          <p:nvPr/>
        </p:nvSpPr>
        <p:spPr>
          <a:xfrm xmlns:a="http://schemas.openxmlformats.org/drawingml/2006/main">
            <a:off x="4114800" y="373380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F7F7FF"/>
                </a:solidFill>
                <a:latin typeface="Arial"/>
                <a:ea typeface="Arial"/>
                <a:cs typeface="Arial"/>
              </a:defRPr>
            </a:pPr>
            <a:r>
              <a:rPr sz="1800" b="1">
                <a:solidFill>
                  <a:srgbClr val="F7F7FF"/>
                </a:solidFill>
                <a:latin typeface="Arial"/>
                <a:ea typeface="Arial"/>
                <a:cs typeface="Arial"/>
              </a:rPr>
              <a:t>Calculate</a:t>
            </a:r>
          </a:p>
        </p:txBody>
      </p:sp>
      <p:sp>
        <p:nvSpPr>
          <p:cNvPr id="20" name="journey-body-2">
            <a:extLst xmlns:a="http://schemas.openxmlformats.org/drawingml/2006/main">
              <a:ext uri="{FF2B5EF4-FFF2-40B4-BE49-F238E27FC236}">
                <a16:creationId xmlns:a16="http://schemas.microsoft.com/office/drawing/2014/main" id="{3E9E5A6C-92FA-4B7D-87B6-D1F32695BC44}"/>
              </a:ext>
            </a:extLst>
          </p:cNvPr>
          <p:cNvSpPr>
            <a:spLocks xmlns:a="http://schemas.openxmlformats.org/drawingml/2006/main" noGrp="1"/>
          </p:cNvSpPr>
          <p:nvPr/>
        </p:nvSpPr>
        <p:spPr>
          <a:xfrm xmlns:a="http://schemas.openxmlformats.org/drawingml/2006/main">
            <a:off x="4095750" y="4191000"/>
            <a:ext cx="1638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0">
                <a:solidFill>
                  <a:srgbClr val="A9B0CB"/>
                </a:solidFill>
                <a:latin typeface="Arial"/>
                <a:ea typeface="Arial"/>
                <a:cs typeface="Arial"/>
              </a:defRPr>
            </a:pPr>
            <a:r>
              <a:rPr sz="1425" b="0">
                <a:solidFill>
                  <a:srgbClr val="A9B0CB"/>
                </a:solidFill>
                <a:latin typeface="Arial"/>
                <a:ea typeface="Arial"/>
                <a:cs typeface="Arial"/>
              </a:rPr>
              <a:t>Measure savings</a:t>
            </a:r>
          </a:p>
          <a:p xmlns:a="http://schemas.openxmlformats.org/drawingml/2006/main">
            <a:pPr algn="ctr">
              <a:defRPr sz="1425" b="0">
                <a:solidFill>
                  <a:srgbClr val="A9B0CB"/>
                </a:solidFill>
                <a:latin typeface="Arial"/>
                <a:ea typeface="Arial"/>
                <a:cs typeface="Arial"/>
              </a:defRPr>
            </a:pPr>
            <a:r>
              <a:rPr sz="1425" b="0">
                <a:solidFill>
                  <a:srgbClr val="A9B0CB"/>
                </a:solidFill>
                <a:latin typeface="Arial"/>
                <a:ea typeface="Arial"/>
                <a:cs typeface="Arial"/>
              </a:rPr>
              <a:t>and recovery</a:t>
            </a:r>
          </a:p>
        </p:txBody>
      </p:sp>
      <p:sp>
        <p:nvSpPr>
          <p:cNvPr id="21" name="journey-step-3">
            <a:extLst xmlns:a="http://schemas.openxmlformats.org/drawingml/2006/main">
              <a:ext uri="{FF2B5EF4-FFF2-40B4-BE49-F238E27FC236}">
                <a16:creationId xmlns:a16="http://schemas.microsoft.com/office/drawing/2014/main" id="{EBC4D9BA-E529-4765-B23E-FEFC23A3C4C4}"/>
              </a:ext>
            </a:extLst>
          </p:cNvPr>
          <p:cNvSpPr>
            <a:spLocks xmlns:a="http://schemas.openxmlformats.org/drawingml/2006/main" noGrp="1"/>
          </p:cNvSpPr>
          <p:nvPr/>
        </p:nvSpPr>
        <p:spPr>
          <a:xfrm xmlns:a="http://schemas.openxmlformats.org/drawingml/2006/main">
            <a:off x="6457950" y="2762250"/>
            <a:ext cx="685800" cy="685800"/>
          </a:xfrm>
          <a:prstGeom xmlns:a="http://schemas.openxmlformats.org/drawingml/2006/main" prst="ellipse">
            <a:avLst/>
          </a:prstGeom>
          <a:solidFill xmlns:a="http://schemas.openxmlformats.org/drawingml/2006/main">
            <a:srgbClr val="7C6CFF"/>
          </a:solidFill>
          <a:ln xmlns:a="http://schemas.openxmlformats.org/drawingml/2006/main" w="0">
            <a:solidFill>
              <a:srgbClr val="7C6CFF"/>
            </a:solidFill>
            <a:prstDash val="solid"/>
          </a:ln>
        </p:spPr>
      </p:sp>
      <p:sp>
        <p:nvSpPr>
          <p:cNvPr id="22" name="journey-step-3-label">
            <a:extLst xmlns:a="http://schemas.openxmlformats.org/drawingml/2006/main">
              <a:ext uri="{FF2B5EF4-FFF2-40B4-BE49-F238E27FC236}">
                <a16:creationId xmlns:a16="http://schemas.microsoft.com/office/drawing/2014/main" id="{0BCD29D5-A1DB-446A-8478-C1699C864D2F}"/>
              </a:ext>
            </a:extLst>
          </p:cNvPr>
          <p:cNvSpPr>
            <a:spLocks xmlns:a="http://schemas.openxmlformats.org/drawingml/2006/main" noGrp="1"/>
          </p:cNvSpPr>
          <p:nvPr/>
        </p:nvSpPr>
        <p:spPr>
          <a:xfrm xmlns:a="http://schemas.openxmlformats.org/drawingml/2006/main">
            <a:off x="6457950" y="27622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052" b="1">
                <a:solidFill>
                  <a:srgbClr val="FFFFFF"/>
                </a:solidFill>
                <a:latin typeface="Arial"/>
                <a:ea typeface="Arial"/>
                <a:cs typeface="Arial"/>
              </a:defRPr>
            </a:pPr>
            <a:r>
              <a:rPr sz="2052" b="1">
                <a:solidFill>
                  <a:srgbClr val="FFFFFF"/>
                </a:solidFill>
                <a:latin typeface="Arial"/>
                <a:ea typeface="Arial"/>
                <a:cs typeface="Arial"/>
              </a:rPr>
              <a:t>4</a:t>
            </a:r>
          </a:p>
        </p:txBody>
      </p:sp>
      <p:sp>
        <p:nvSpPr>
          <p:cNvPr id="23" name="journey-head-3">
            <a:extLst xmlns:a="http://schemas.openxmlformats.org/drawingml/2006/main">
              <a:ext uri="{FF2B5EF4-FFF2-40B4-BE49-F238E27FC236}">
                <a16:creationId xmlns:a16="http://schemas.microsoft.com/office/drawing/2014/main" id="{14127C22-7368-408E-AF76-95D90C135A1C}"/>
              </a:ext>
            </a:extLst>
          </p:cNvPr>
          <p:cNvSpPr>
            <a:spLocks xmlns:a="http://schemas.openxmlformats.org/drawingml/2006/main" noGrp="1"/>
          </p:cNvSpPr>
          <p:nvPr/>
        </p:nvSpPr>
        <p:spPr>
          <a:xfrm xmlns:a="http://schemas.openxmlformats.org/drawingml/2006/main">
            <a:off x="6000750" y="373380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F7F7FF"/>
                </a:solidFill>
                <a:latin typeface="Arial"/>
                <a:ea typeface="Arial"/>
                <a:cs typeface="Arial"/>
              </a:defRPr>
            </a:pPr>
            <a:r>
              <a:rPr sz="1800" b="1">
                <a:solidFill>
                  <a:srgbClr val="F7F7FF"/>
                </a:solidFill>
                <a:latin typeface="Arial"/>
                <a:ea typeface="Arial"/>
                <a:cs typeface="Arial"/>
              </a:rPr>
              <a:t>Project</a:t>
            </a:r>
          </a:p>
        </p:txBody>
      </p:sp>
      <p:sp>
        <p:nvSpPr>
          <p:cNvPr id="24" name="journey-body-3">
            <a:extLst xmlns:a="http://schemas.openxmlformats.org/drawingml/2006/main">
              <a:ext uri="{FF2B5EF4-FFF2-40B4-BE49-F238E27FC236}">
                <a16:creationId xmlns:a16="http://schemas.microsoft.com/office/drawing/2014/main" id="{3DF23B8F-CFFD-4775-912E-4E8F53794E2F}"/>
              </a:ext>
            </a:extLst>
          </p:cNvPr>
          <p:cNvSpPr>
            <a:spLocks xmlns:a="http://schemas.openxmlformats.org/drawingml/2006/main" noGrp="1"/>
          </p:cNvSpPr>
          <p:nvPr/>
        </p:nvSpPr>
        <p:spPr>
          <a:xfrm xmlns:a="http://schemas.openxmlformats.org/drawingml/2006/main">
            <a:off x="5981700" y="4191000"/>
            <a:ext cx="1638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0">
                <a:solidFill>
                  <a:srgbClr val="A9B0CB"/>
                </a:solidFill>
                <a:latin typeface="Arial"/>
                <a:ea typeface="Arial"/>
                <a:cs typeface="Arial"/>
              </a:defRPr>
            </a:pPr>
            <a:r>
              <a:rPr sz="1425" b="0">
                <a:solidFill>
                  <a:srgbClr val="A9B0CB"/>
                </a:solidFill>
                <a:latin typeface="Arial"/>
                <a:ea typeface="Arial"/>
                <a:cs typeface="Arial"/>
              </a:rPr>
              <a:t>Show the future</a:t>
            </a:r>
          </a:p>
          <a:p xmlns:a="http://schemas.openxmlformats.org/drawingml/2006/main">
            <a:pPr algn="ctr">
              <a:defRPr sz="1425" b="0">
                <a:solidFill>
                  <a:srgbClr val="A9B0CB"/>
                </a:solidFill>
                <a:latin typeface="Arial"/>
                <a:ea typeface="Arial"/>
                <a:cs typeface="Arial"/>
              </a:defRPr>
            </a:pPr>
            <a:r>
              <a:rPr sz="1425" b="0">
                <a:solidFill>
                  <a:srgbClr val="A9B0CB"/>
                </a:solidFill>
                <a:latin typeface="Arial"/>
                <a:ea typeface="Arial"/>
                <a:cs typeface="Arial"/>
              </a:rPr>
              <a:t>impact</a:t>
            </a:r>
          </a:p>
        </p:txBody>
      </p:sp>
      <p:sp>
        <p:nvSpPr>
          <p:cNvPr id="25" name="journey-step-4">
            <a:extLst xmlns:a="http://schemas.openxmlformats.org/drawingml/2006/main">
              <a:ext uri="{FF2B5EF4-FFF2-40B4-BE49-F238E27FC236}">
                <a16:creationId xmlns:a16="http://schemas.microsoft.com/office/drawing/2014/main" id="{C3CE6EC2-0DCF-491E-85A1-B06FAE0481C3}"/>
              </a:ext>
            </a:extLst>
          </p:cNvPr>
          <p:cNvSpPr>
            <a:spLocks xmlns:a="http://schemas.openxmlformats.org/drawingml/2006/main" noGrp="1"/>
          </p:cNvSpPr>
          <p:nvPr/>
        </p:nvSpPr>
        <p:spPr>
          <a:xfrm xmlns:a="http://schemas.openxmlformats.org/drawingml/2006/main">
            <a:off x="8343900" y="2762250"/>
            <a:ext cx="685800" cy="685800"/>
          </a:xfrm>
          <a:prstGeom xmlns:a="http://schemas.openxmlformats.org/drawingml/2006/main" prst="ellipse">
            <a:avLst/>
          </a:prstGeom>
          <a:solidFill xmlns:a="http://schemas.openxmlformats.org/drawingml/2006/main">
            <a:srgbClr val="7C6CFF"/>
          </a:solidFill>
          <a:ln xmlns:a="http://schemas.openxmlformats.org/drawingml/2006/main" w="0">
            <a:solidFill>
              <a:srgbClr val="7C6CFF"/>
            </a:solidFill>
            <a:prstDash val="solid"/>
          </a:ln>
        </p:spPr>
      </p:sp>
      <p:sp>
        <p:nvSpPr>
          <p:cNvPr id="26" name="journey-step-4-label">
            <a:extLst xmlns:a="http://schemas.openxmlformats.org/drawingml/2006/main">
              <a:ext uri="{FF2B5EF4-FFF2-40B4-BE49-F238E27FC236}">
                <a16:creationId xmlns:a16="http://schemas.microsoft.com/office/drawing/2014/main" id="{7C13C196-6020-4BCC-B476-15ED922820A0}"/>
              </a:ext>
            </a:extLst>
          </p:cNvPr>
          <p:cNvSpPr>
            <a:spLocks xmlns:a="http://schemas.openxmlformats.org/drawingml/2006/main" noGrp="1"/>
          </p:cNvSpPr>
          <p:nvPr/>
        </p:nvSpPr>
        <p:spPr>
          <a:xfrm xmlns:a="http://schemas.openxmlformats.org/drawingml/2006/main">
            <a:off x="8343900" y="27622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052" b="1">
                <a:solidFill>
                  <a:srgbClr val="FFFFFF"/>
                </a:solidFill>
                <a:latin typeface="Arial"/>
                <a:ea typeface="Arial"/>
                <a:cs typeface="Arial"/>
              </a:defRPr>
            </a:pPr>
            <a:r>
              <a:rPr sz="2052" b="1">
                <a:solidFill>
                  <a:srgbClr val="FFFFFF"/>
                </a:solidFill>
                <a:latin typeface="Arial"/>
                <a:ea typeface="Arial"/>
                <a:cs typeface="Arial"/>
              </a:rPr>
              <a:t>5</a:t>
            </a:r>
          </a:p>
        </p:txBody>
      </p:sp>
      <p:sp>
        <p:nvSpPr>
          <p:cNvPr id="27" name="journey-head-4">
            <a:extLst xmlns:a="http://schemas.openxmlformats.org/drawingml/2006/main">
              <a:ext uri="{FF2B5EF4-FFF2-40B4-BE49-F238E27FC236}">
                <a16:creationId xmlns:a16="http://schemas.microsoft.com/office/drawing/2014/main" id="{5349C49C-71ED-4CC9-8D43-16D90C6700AD}"/>
              </a:ext>
            </a:extLst>
          </p:cNvPr>
          <p:cNvSpPr>
            <a:spLocks xmlns:a="http://schemas.openxmlformats.org/drawingml/2006/main" noGrp="1"/>
          </p:cNvSpPr>
          <p:nvPr/>
        </p:nvSpPr>
        <p:spPr>
          <a:xfrm xmlns:a="http://schemas.openxmlformats.org/drawingml/2006/main">
            <a:off x="7886700" y="373380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F7F7FF"/>
                </a:solidFill>
                <a:latin typeface="Arial"/>
                <a:ea typeface="Arial"/>
                <a:cs typeface="Arial"/>
              </a:defRPr>
            </a:pPr>
            <a:r>
              <a:rPr sz="1800" b="1">
                <a:solidFill>
                  <a:srgbClr val="F7F7FF"/>
                </a:solidFill>
                <a:latin typeface="Arial"/>
                <a:ea typeface="Arial"/>
                <a:cs typeface="Arial"/>
              </a:rPr>
              <a:t>Recommend</a:t>
            </a:r>
          </a:p>
        </p:txBody>
      </p:sp>
      <p:sp>
        <p:nvSpPr>
          <p:cNvPr id="28" name="journey-body-4">
            <a:extLst xmlns:a="http://schemas.openxmlformats.org/drawingml/2006/main">
              <a:ext uri="{FF2B5EF4-FFF2-40B4-BE49-F238E27FC236}">
                <a16:creationId xmlns:a16="http://schemas.microsoft.com/office/drawing/2014/main" id="{FFA5DC60-2DF1-4D97-AD97-1A07FF9FA06D}"/>
              </a:ext>
            </a:extLst>
          </p:cNvPr>
          <p:cNvSpPr>
            <a:spLocks xmlns:a="http://schemas.openxmlformats.org/drawingml/2006/main" noGrp="1"/>
          </p:cNvSpPr>
          <p:nvPr/>
        </p:nvSpPr>
        <p:spPr>
          <a:xfrm xmlns:a="http://schemas.openxmlformats.org/drawingml/2006/main">
            <a:off x="7867650" y="4191000"/>
            <a:ext cx="1638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0">
                <a:solidFill>
                  <a:srgbClr val="A9B0CB"/>
                </a:solidFill>
                <a:latin typeface="Arial"/>
                <a:ea typeface="Arial"/>
                <a:cs typeface="Arial"/>
              </a:defRPr>
            </a:pPr>
            <a:r>
              <a:rPr sz="1425" b="0">
                <a:solidFill>
                  <a:srgbClr val="A9B0CB"/>
                </a:solidFill>
                <a:latin typeface="Arial"/>
                <a:ea typeface="Arial"/>
                <a:cs typeface="Arial"/>
              </a:rPr>
              <a:t>Suggest useful</a:t>
            </a:r>
          </a:p>
          <a:p xmlns:a="http://schemas.openxmlformats.org/drawingml/2006/main">
            <a:pPr algn="ctr">
              <a:defRPr sz="1425" b="0">
                <a:solidFill>
                  <a:srgbClr val="A9B0CB"/>
                </a:solidFill>
                <a:latin typeface="Arial"/>
                <a:ea typeface="Arial"/>
                <a:cs typeface="Arial"/>
              </a:defRPr>
            </a:pPr>
            <a:r>
              <a:rPr sz="1425" b="0">
                <a:solidFill>
                  <a:srgbClr val="A9B0CB"/>
                </a:solidFill>
                <a:latin typeface="Arial"/>
                <a:ea typeface="Arial"/>
                <a:cs typeface="Arial"/>
              </a:rPr>
              <a:t>investments</a:t>
            </a:r>
          </a:p>
        </p:txBody>
      </p:sp>
      <p:sp>
        <p:nvSpPr>
          <p:cNvPr id="29" name="journey-step-5">
            <a:extLst xmlns:a="http://schemas.openxmlformats.org/drawingml/2006/main">
              <a:ext uri="{FF2B5EF4-FFF2-40B4-BE49-F238E27FC236}">
                <a16:creationId xmlns:a16="http://schemas.microsoft.com/office/drawing/2014/main" id="{A779543D-3F88-48EB-B1AB-53BE98B4BEFE}"/>
              </a:ext>
            </a:extLst>
          </p:cNvPr>
          <p:cNvSpPr>
            <a:spLocks xmlns:a="http://schemas.openxmlformats.org/drawingml/2006/main" noGrp="1"/>
          </p:cNvSpPr>
          <p:nvPr/>
        </p:nvSpPr>
        <p:spPr>
          <a:xfrm xmlns:a="http://schemas.openxmlformats.org/drawingml/2006/main">
            <a:off x="10229850" y="2762250"/>
            <a:ext cx="685800" cy="685800"/>
          </a:xfrm>
          <a:prstGeom xmlns:a="http://schemas.openxmlformats.org/drawingml/2006/main" prst="ellipse">
            <a:avLst/>
          </a:prstGeom>
          <a:solidFill xmlns:a="http://schemas.openxmlformats.org/drawingml/2006/main">
            <a:srgbClr val="7C6CFF"/>
          </a:solidFill>
          <a:ln xmlns:a="http://schemas.openxmlformats.org/drawingml/2006/main" w="0">
            <a:solidFill>
              <a:srgbClr val="7C6CFF"/>
            </a:solidFill>
            <a:prstDash val="solid"/>
          </a:ln>
        </p:spPr>
      </p:sp>
      <p:sp>
        <p:nvSpPr>
          <p:cNvPr id="30" name="journey-step-5-label">
            <a:extLst xmlns:a="http://schemas.openxmlformats.org/drawingml/2006/main">
              <a:ext uri="{FF2B5EF4-FFF2-40B4-BE49-F238E27FC236}">
                <a16:creationId xmlns:a16="http://schemas.microsoft.com/office/drawing/2014/main" id="{7DB0E4FB-6E5A-4DC3-88D2-F027208D70A8}"/>
              </a:ext>
            </a:extLst>
          </p:cNvPr>
          <p:cNvSpPr>
            <a:spLocks xmlns:a="http://schemas.openxmlformats.org/drawingml/2006/main" noGrp="1"/>
          </p:cNvSpPr>
          <p:nvPr/>
        </p:nvSpPr>
        <p:spPr>
          <a:xfrm xmlns:a="http://schemas.openxmlformats.org/drawingml/2006/main">
            <a:off x="10229850" y="2762250"/>
            <a:ext cx="6858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052" b="1">
                <a:solidFill>
                  <a:srgbClr val="FFFFFF"/>
                </a:solidFill>
                <a:latin typeface="Arial"/>
                <a:ea typeface="Arial"/>
                <a:cs typeface="Arial"/>
              </a:defRPr>
            </a:pPr>
            <a:r>
              <a:rPr sz="2052" b="1">
                <a:solidFill>
                  <a:srgbClr val="FFFFFF"/>
                </a:solidFill>
                <a:latin typeface="Arial"/>
                <a:ea typeface="Arial"/>
                <a:cs typeface="Arial"/>
              </a:rPr>
              <a:t>6</a:t>
            </a:r>
          </a:p>
        </p:txBody>
      </p:sp>
      <p:sp>
        <p:nvSpPr>
          <p:cNvPr id="31" name="journey-head-5">
            <a:extLst xmlns:a="http://schemas.openxmlformats.org/drawingml/2006/main">
              <a:ext uri="{FF2B5EF4-FFF2-40B4-BE49-F238E27FC236}">
                <a16:creationId xmlns:a16="http://schemas.microsoft.com/office/drawing/2014/main" id="{5988958C-A4D1-4449-B036-D43150A830CD}"/>
              </a:ext>
            </a:extLst>
          </p:cNvPr>
          <p:cNvSpPr>
            <a:spLocks xmlns:a="http://schemas.openxmlformats.org/drawingml/2006/main" noGrp="1"/>
          </p:cNvSpPr>
          <p:nvPr/>
        </p:nvSpPr>
        <p:spPr>
          <a:xfrm xmlns:a="http://schemas.openxmlformats.org/drawingml/2006/main">
            <a:off x="9772650" y="3733800"/>
            <a:ext cx="1600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800" b="1">
                <a:solidFill>
                  <a:srgbClr val="F7F7FF"/>
                </a:solidFill>
                <a:latin typeface="Arial"/>
                <a:ea typeface="Arial"/>
                <a:cs typeface="Arial"/>
              </a:defRPr>
            </a:pPr>
            <a:r>
              <a:rPr sz="1800" b="1">
                <a:solidFill>
                  <a:srgbClr val="F7F7FF"/>
                </a:solidFill>
                <a:latin typeface="Arial"/>
                <a:ea typeface="Arial"/>
                <a:cs typeface="Arial"/>
              </a:rPr>
              <a:t>Encourage</a:t>
            </a:r>
          </a:p>
        </p:txBody>
      </p:sp>
      <p:sp>
        <p:nvSpPr>
          <p:cNvPr id="32" name="journey-body-5">
            <a:extLst xmlns:a="http://schemas.openxmlformats.org/drawingml/2006/main">
              <a:ext uri="{FF2B5EF4-FFF2-40B4-BE49-F238E27FC236}">
                <a16:creationId xmlns:a16="http://schemas.microsoft.com/office/drawing/2014/main" id="{31BA6938-C2D7-4AC7-94AB-A1214143FDAF}"/>
              </a:ext>
            </a:extLst>
          </p:cNvPr>
          <p:cNvSpPr>
            <a:spLocks xmlns:a="http://schemas.openxmlformats.org/drawingml/2006/main" noGrp="1"/>
          </p:cNvSpPr>
          <p:nvPr/>
        </p:nvSpPr>
        <p:spPr>
          <a:xfrm xmlns:a="http://schemas.openxmlformats.org/drawingml/2006/main">
            <a:off x="9753600" y="4191000"/>
            <a:ext cx="16383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425" b="0">
                <a:solidFill>
                  <a:srgbClr val="A9B0CB"/>
                </a:solidFill>
                <a:latin typeface="Arial"/>
                <a:ea typeface="Arial"/>
                <a:cs typeface="Arial"/>
              </a:defRPr>
            </a:pPr>
            <a:r>
              <a:rPr sz="1425" b="0">
                <a:solidFill>
                  <a:srgbClr val="A9B0CB"/>
                </a:solidFill>
                <a:latin typeface="Arial"/>
                <a:ea typeface="Arial"/>
                <a:cs typeface="Arial"/>
              </a:rPr>
              <a:t>Celebrate progress</a:t>
            </a:r>
          </a:p>
          <a:p xmlns:a="http://schemas.openxmlformats.org/drawingml/2006/main">
            <a:pPr algn="ctr">
              <a:defRPr sz="1425" b="0">
                <a:solidFill>
                  <a:srgbClr val="A9B0CB"/>
                </a:solidFill>
                <a:latin typeface="Arial"/>
                <a:ea typeface="Arial"/>
                <a:cs typeface="Arial"/>
              </a:defRPr>
            </a:pPr>
            <a:r>
              <a:rPr sz="1425" b="0">
                <a:solidFill>
                  <a:srgbClr val="A9B0CB"/>
                </a:solidFill>
                <a:latin typeface="Arial"/>
                <a:ea typeface="Arial"/>
                <a:cs typeface="Arial"/>
              </a:rPr>
              <a:t>and next actions</a:t>
            </a:r>
          </a:p>
        </p:txBody>
      </p:sp>
      <p:sp>
        <p:nvSpPr>
          <p:cNvPr id="33" name="journey-callout">
            <a:extLst xmlns:a="http://schemas.openxmlformats.org/drawingml/2006/main">
              <a:ext uri="{FF2B5EF4-FFF2-40B4-BE49-F238E27FC236}">
                <a16:creationId xmlns:a16="http://schemas.microsoft.com/office/drawing/2014/main" id="{52A31269-90B3-47F6-9EF2-839EA8830F7D}"/>
              </a:ext>
            </a:extLst>
          </p:cNvPr>
          <p:cNvSpPr>
            <a:spLocks xmlns:a="http://schemas.openxmlformats.org/drawingml/2006/main" noGrp="1"/>
          </p:cNvSpPr>
          <p:nvPr/>
        </p:nvSpPr>
        <p:spPr>
          <a:xfrm xmlns:a="http://schemas.openxmlformats.org/drawingml/2006/main">
            <a:off x="1371600" y="5448300"/>
            <a:ext cx="944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87633"/>
          </a:bodyPr>
          <a:lstStyle xmlns:a="http://schemas.openxmlformats.org/drawingml/2006/main"/>
          <a:p xmlns:a="http://schemas.openxmlformats.org/drawingml/2006/main">
            <a:pPr algn="ctr">
              <a:defRPr sz="1950" b="1">
                <a:solidFill>
                  <a:srgbClr val="F7F7FF"/>
                </a:solidFill>
                <a:latin typeface="Arial"/>
                <a:ea typeface="Arial"/>
                <a:cs typeface="Arial"/>
              </a:defRPr>
            </a:pPr>
            <a:r>
              <a:rPr sz="1950" b="1">
                <a:solidFill>
                  <a:srgbClr val="F7F7FF"/>
                </a:solidFill>
                <a:latin typeface="Arial"/>
                <a:ea typeface="Arial"/>
                <a:cs typeface="Arial"/>
              </a:rPr>
              <a:t>The dashboard updates as the input changes, keeping the result immediate and motivating.</a:t>
            </a:r>
          </a:p>
        </p:txBody>
      </p:sp>
    </p:spTree>
    <p:extLst>
      <p:ext uri="{BB962C8B-B14F-4D97-AF65-F5344CB8AC3E}">
        <p14:creationId xmlns:p14="http://schemas.microsoft.com/office/powerpoint/2010/main" val="606940676"/>
      </p:ext>
    </p:extLst>
  </p:cSld>
</p:sld>
</file>

<file path=ppt/slides/slide5.xml><?xml version="1.0" encoding="utf-8"?>
<p:sld xmlns:p="http://schemas.openxmlformats.org/presentationml/2006/main">
  <p:cSld>
    <p:bg>
      <p:bgPr>
        <a:solidFill xmlns:a="http://schemas.openxmlformats.org/drawingml/2006/main">
          <a:srgbClr val="090B1A"/>
        </a:solidFill>
      </p:bgPr>
    </p:bg>
    <p:spTree>
      <p:nvGrpSpPr>
        <p:cNvPr id="1" name=""/>
        <p:cNvGrpSpPr/>
        <p:nvPr/>
      </p:nvGrpSpPr>
      <p:grpSpPr>
        <a:xfrm xmlns:a="http://schemas.openxmlformats.org/drawingml/2006/main"/>
      </p:grpSpPr>
      <p:sp>
        <p:nvSpPr>
          <p:cNvPr id="32" name="eyebrow-5">
            <a:extLst xmlns:a="http://schemas.openxmlformats.org/drawingml/2006/main">
              <a:ext uri="{FF2B5EF4-FFF2-40B4-BE49-F238E27FC236}">
                <a16:creationId xmlns:a16="http://schemas.microsoft.com/office/drawing/2014/main" id="{E9F3D538-B02D-4B23-B5CF-DE039964BD37}"/>
              </a:ext>
            </a:extLst>
          </p:cNvPr>
          <p:cNvSpPr>
            <a:spLocks xmlns:a="http://schemas.openxmlformats.org/drawingml/2006/main" noGrp="1"/>
          </p:cNvSpPr>
          <p:nvPr/>
        </p:nvSpPr>
        <p:spPr>
          <a:xfrm xmlns:a="http://schemas.openxmlformats.org/drawingml/2006/main">
            <a:off x="609600" y="4000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35D6D0"/>
                </a:solidFill>
                <a:latin typeface="Arial"/>
                <a:ea typeface="Arial"/>
                <a:cs typeface="Arial"/>
              </a:defRPr>
            </a:pPr>
            <a:r>
              <a:rPr sz="1200" b="1">
                <a:solidFill>
                  <a:srgbClr val="35D6D0"/>
                </a:solidFill>
                <a:latin typeface="Arial"/>
                <a:ea typeface="Arial"/>
                <a:cs typeface="Arial"/>
              </a:rPr>
              <a:t>FRONTEND ARCHITECTURE</a:t>
            </a:r>
          </a:p>
        </p:txBody>
      </p:sp>
      <p:sp>
        <p:nvSpPr>
          <p:cNvPr id="2" name="title-5">
            <a:extLst xmlns:a="http://schemas.openxmlformats.org/drawingml/2006/main">
              <a:ext uri="{FF2B5EF4-FFF2-40B4-BE49-F238E27FC236}">
                <a16:creationId xmlns:a16="http://schemas.microsoft.com/office/drawing/2014/main" id="{ECF9E2D8-980C-4367-B7E6-E8A48B9B6B7C}"/>
              </a:ext>
            </a:extLst>
          </p:cNvPr>
          <p:cNvSpPr>
            <a:spLocks xmlns:a="http://schemas.openxmlformats.org/drawingml/2006/main" noGrp="1"/>
          </p:cNvSpPr>
          <p:nvPr/>
        </p:nvSpPr>
        <p:spPr>
          <a:xfrm xmlns:a="http://schemas.openxmlformats.org/drawingml/2006/main">
            <a:off x="609600" y="742950"/>
            <a:ext cx="1090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00" b="1">
                <a:solidFill>
                  <a:srgbClr val="F7F7FF"/>
                </a:solidFill>
                <a:latin typeface="Arial"/>
                <a:ea typeface="Arial"/>
                <a:cs typeface="Arial"/>
              </a:defRPr>
            </a:pPr>
            <a:r>
              <a:rPr sz="3600" b="1">
                <a:solidFill>
                  <a:srgbClr val="F7F7FF"/>
                </a:solidFill>
                <a:latin typeface="Arial"/>
                <a:ea typeface="Arial"/>
                <a:cs typeface="Arial"/>
              </a:rPr>
              <a:t>React powers the interactive resource story</a:t>
            </a:r>
          </a:p>
        </p:txBody>
      </p:sp>
      <p:sp>
        <p:nvSpPr>
          <p:cNvPr id="3" name="page-5">
            <a:extLst xmlns:a="http://schemas.openxmlformats.org/drawingml/2006/main">
              <a:ext uri="{FF2B5EF4-FFF2-40B4-BE49-F238E27FC236}">
                <a16:creationId xmlns:a16="http://schemas.microsoft.com/office/drawing/2014/main" id="{B994C5D4-F90C-4599-B2A5-54C6385FE065}"/>
              </a:ext>
            </a:extLst>
          </p:cNvPr>
          <p:cNvSpPr>
            <a:spLocks xmlns:a="http://schemas.openxmlformats.org/drawingml/2006/main" noGrp="1"/>
          </p:cNvSpPr>
          <p:nvPr/>
        </p:nvSpPr>
        <p:spPr>
          <a:xfrm xmlns:a="http://schemas.openxmlformats.org/drawingml/2006/main">
            <a:off x="11239500" y="61912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200" b="0">
                <a:solidFill>
                  <a:srgbClr val="A9B0CB"/>
                </a:solidFill>
                <a:latin typeface="Arial"/>
                <a:ea typeface="Arial"/>
                <a:cs typeface="Arial"/>
              </a:defRPr>
            </a:pPr>
            <a:r>
              <a:rPr sz="1200" b="0">
                <a:solidFill>
                  <a:srgbClr val="A9B0CB"/>
                </a:solidFill>
                <a:latin typeface="Arial"/>
                <a:ea typeface="Arial"/>
                <a:cs typeface="Arial"/>
              </a:rPr>
              <a:t>05</a:t>
            </a:r>
          </a:p>
        </p:txBody>
      </p:sp>
      <p:cxnSp>
        <p:nvCxnSpPr>
          <p:cNvPr id="35" name="fe-c1"/>
          <p:cNvCxnSpPr/>
          <p:nvPr/>
        </p:nvCxnSpPr>
        <p:spPr>
          <a:xfrm xmlns:a="http://schemas.openxmlformats.org/drawingml/2006/main">
            <a:off x="2019300" y="3219450"/>
            <a:ext cx="876300" cy="0"/>
          </a:xfrm>
          <a:prstGeom xmlns:a="http://schemas.openxmlformats.org/drawingml/2006/main" prst="straightConnector1">
            <a:avLst/>
          </a:prstGeom>
          <a:ln xmlns:a="http://schemas.openxmlformats.org/drawingml/2006/main" w="28575">
            <a:solidFill>
              <a:srgbClr val="35D6D0"/>
            </a:solidFill>
            <a:prstDash val="solid"/>
          </a:ln>
        </p:spPr>
      </p:cxnSp>
      <p:cxnSp>
        <p:nvCxnSpPr>
          <p:cNvPr id="36" name="fe-c2"/>
          <p:cNvCxnSpPr/>
          <p:nvPr/>
        </p:nvCxnSpPr>
        <p:spPr>
          <a:xfrm xmlns:a="http://schemas.openxmlformats.org/drawingml/2006/main">
            <a:off x="5048250" y="3219450"/>
            <a:ext cx="895350" cy="0"/>
          </a:xfrm>
          <a:prstGeom xmlns:a="http://schemas.openxmlformats.org/drawingml/2006/main" prst="straightConnector1">
            <a:avLst/>
          </a:prstGeom>
          <a:ln xmlns:a="http://schemas.openxmlformats.org/drawingml/2006/main" w="28575">
            <a:solidFill>
              <a:srgbClr val="35D6D0"/>
            </a:solidFill>
            <a:prstDash val="solid"/>
          </a:ln>
        </p:spPr>
      </p:cxnSp>
      <p:cxnSp>
        <p:nvCxnSpPr>
          <p:cNvPr id="37" name="fe-c3"/>
          <p:cNvCxnSpPr/>
          <p:nvPr/>
        </p:nvCxnSpPr>
        <p:spPr>
          <a:xfrm xmlns:a="http://schemas.openxmlformats.org/drawingml/2006/main">
            <a:off x="8096250" y="3219450"/>
            <a:ext cx="895350" cy="0"/>
          </a:xfrm>
          <a:prstGeom xmlns:a="http://schemas.openxmlformats.org/drawingml/2006/main" prst="straightConnector1">
            <a:avLst/>
          </a:prstGeom>
          <a:ln xmlns:a="http://schemas.openxmlformats.org/drawingml/2006/main" w="28575">
            <a:solidFill>
              <a:srgbClr val="35D6D0"/>
            </a:solidFill>
            <a:prstDash val="solid"/>
          </a:ln>
        </p:spPr>
      </p:cxnSp>
      <p:sp>
        <p:nvSpPr>
          <p:cNvPr id="7" name="fe-node-0">
            <a:extLst xmlns:a="http://schemas.openxmlformats.org/drawingml/2006/main">
              <a:ext uri="{FF2B5EF4-FFF2-40B4-BE49-F238E27FC236}">
                <a16:creationId xmlns:a16="http://schemas.microsoft.com/office/drawing/2014/main" id="{EC31559F-27B0-4CB0-AAFD-AA74F4CD2A74}"/>
              </a:ext>
            </a:extLst>
          </p:cNvPr>
          <p:cNvSpPr>
            <a:spLocks xmlns:a="http://schemas.openxmlformats.org/drawingml/2006/main" noGrp="1"/>
          </p:cNvSpPr>
          <p:nvPr/>
        </p:nvSpPr>
        <p:spPr>
          <a:xfrm xmlns:a="http://schemas.openxmlformats.org/drawingml/2006/main">
            <a:off x="609600" y="2590800"/>
            <a:ext cx="1409700" cy="1257300"/>
          </a:xfrm>
          <a:prstGeom xmlns:a="http://schemas.openxmlformats.org/drawingml/2006/main" prst="roundRect">
            <a:avLst>
              <a:gd name="adj" fmla="val 9091"/>
            </a:avLst>
          </a:prstGeom>
          <a:solidFill xmlns:a="http://schemas.openxmlformats.org/drawingml/2006/main">
            <a:srgbClr val="181D38"/>
          </a:solidFill>
          <a:ln xmlns:a="http://schemas.openxmlformats.org/drawingml/2006/main" w="9525">
            <a:solidFill>
              <a:srgbClr val="313858"/>
            </a:solidFill>
            <a:prstDash val="solid"/>
          </a:ln>
        </p:spPr>
      </p:sp>
      <p:sp>
        <p:nvSpPr>
          <p:cNvPr id="8" name="fe-label-0">
            <a:extLst xmlns:a="http://schemas.openxmlformats.org/drawingml/2006/main">
              <a:ext uri="{FF2B5EF4-FFF2-40B4-BE49-F238E27FC236}">
                <a16:creationId xmlns:a16="http://schemas.microsoft.com/office/drawing/2014/main" id="{AEB1B12B-6CB9-4FD5-95F8-5413DC7828EC}"/>
              </a:ext>
            </a:extLst>
          </p:cNvPr>
          <p:cNvSpPr>
            <a:spLocks xmlns:a="http://schemas.openxmlformats.org/drawingml/2006/main" noGrp="1"/>
          </p:cNvSpPr>
          <p:nvPr/>
        </p:nvSpPr>
        <p:spPr>
          <a:xfrm xmlns:a="http://schemas.openxmlformats.org/drawingml/2006/main">
            <a:off x="762000" y="2762250"/>
            <a:ext cx="11049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7F7FF"/>
                </a:solidFill>
                <a:latin typeface="Arial"/>
                <a:ea typeface="Arial"/>
                <a:cs typeface="Arial"/>
              </a:defRPr>
            </a:pPr>
            <a:r>
              <a:rPr sz="1650" b="1">
                <a:solidFill>
                  <a:srgbClr val="F7F7FF"/>
                </a:solidFill>
                <a:latin typeface="Arial"/>
                <a:ea typeface="Arial"/>
                <a:cs typeface="Arial"/>
              </a:rPr>
              <a:t>👤 USER</a:t>
            </a:r>
          </a:p>
        </p:txBody>
      </p:sp>
      <p:sp>
        <p:nvSpPr>
          <p:cNvPr id="9" name="fe-body-0">
            <a:extLst xmlns:a="http://schemas.openxmlformats.org/drawingml/2006/main">
              <a:ext uri="{FF2B5EF4-FFF2-40B4-BE49-F238E27FC236}">
                <a16:creationId xmlns:a16="http://schemas.microsoft.com/office/drawing/2014/main" id="{91EF9A91-A9BB-4FBF-8DA6-5916DD36C463}"/>
              </a:ext>
            </a:extLst>
          </p:cNvPr>
          <p:cNvSpPr>
            <a:spLocks xmlns:a="http://schemas.openxmlformats.org/drawingml/2006/main" noGrp="1"/>
          </p:cNvSpPr>
          <p:nvPr/>
        </p:nvSpPr>
        <p:spPr>
          <a:xfrm xmlns:a="http://schemas.openxmlformats.org/drawingml/2006/main">
            <a:off x="742950" y="3257550"/>
            <a:ext cx="1143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A9B0CB"/>
                </a:solidFill>
                <a:latin typeface="Arial"/>
                <a:ea typeface="Arial"/>
                <a:cs typeface="Arial"/>
              </a:defRPr>
            </a:pPr>
            <a:r>
              <a:rPr sz="1350" b="0">
                <a:solidFill>
                  <a:srgbClr val="A9B0CB"/>
                </a:solidFill>
                <a:latin typeface="Arial"/>
                <a:ea typeface="Arial"/>
                <a:cs typeface="Arial"/>
              </a:rPr>
              <a:t>Browser input</a:t>
            </a:r>
          </a:p>
        </p:txBody>
      </p:sp>
      <p:sp>
        <p:nvSpPr>
          <p:cNvPr id="10" name="fe-node-1">
            <a:extLst xmlns:a="http://schemas.openxmlformats.org/drawingml/2006/main">
              <a:ext uri="{FF2B5EF4-FFF2-40B4-BE49-F238E27FC236}">
                <a16:creationId xmlns:a16="http://schemas.microsoft.com/office/drawing/2014/main" id="{E0DCDB79-A491-4997-81AE-209F1E46F304}"/>
              </a:ext>
            </a:extLst>
          </p:cNvPr>
          <p:cNvSpPr>
            <a:spLocks xmlns:a="http://schemas.openxmlformats.org/drawingml/2006/main" noGrp="1"/>
          </p:cNvSpPr>
          <p:nvPr/>
        </p:nvSpPr>
        <p:spPr>
          <a:xfrm xmlns:a="http://schemas.openxmlformats.org/drawingml/2006/main">
            <a:off x="2895600" y="2590800"/>
            <a:ext cx="2152650" cy="1257300"/>
          </a:xfrm>
          <a:prstGeom xmlns:a="http://schemas.openxmlformats.org/drawingml/2006/main" prst="roundRect">
            <a:avLst>
              <a:gd name="adj" fmla="val 9091"/>
            </a:avLst>
          </a:prstGeom>
          <a:solidFill xmlns:a="http://schemas.openxmlformats.org/drawingml/2006/main">
            <a:srgbClr val="7C6CFF"/>
          </a:solidFill>
          <a:ln xmlns:a="http://schemas.openxmlformats.org/drawingml/2006/main" w="9525">
            <a:solidFill>
              <a:srgbClr val="7C6CFF"/>
            </a:solidFill>
            <a:prstDash val="solid"/>
          </a:ln>
        </p:spPr>
      </p:sp>
      <p:sp>
        <p:nvSpPr>
          <p:cNvPr id="11" name="fe-label-1">
            <a:extLst xmlns:a="http://schemas.openxmlformats.org/drawingml/2006/main">
              <a:ext uri="{FF2B5EF4-FFF2-40B4-BE49-F238E27FC236}">
                <a16:creationId xmlns:a16="http://schemas.microsoft.com/office/drawing/2014/main" id="{63A8F1B2-3AD9-4692-BAE5-F7CDC5F2786A}"/>
              </a:ext>
            </a:extLst>
          </p:cNvPr>
          <p:cNvSpPr>
            <a:spLocks xmlns:a="http://schemas.openxmlformats.org/drawingml/2006/main" noGrp="1"/>
          </p:cNvSpPr>
          <p:nvPr/>
        </p:nvSpPr>
        <p:spPr>
          <a:xfrm xmlns:a="http://schemas.openxmlformats.org/drawingml/2006/main">
            <a:off x="3048000" y="276225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7F7FF"/>
                </a:solidFill>
                <a:latin typeface="Arial"/>
                <a:ea typeface="Arial"/>
                <a:cs typeface="Arial"/>
              </a:defRPr>
            </a:pPr>
            <a:r>
              <a:rPr sz="1650" b="1">
                <a:solidFill>
                  <a:srgbClr val="F7F7FF"/>
                </a:solidFill>
                <a:latin typeface="Arial"/>
                <a:ea typeface="Arial"/>
                <a:cs typeface="Arial"/>
              </a:rPr>
              <a:t>⚛ REACT APP</a:t>
            </a:r>
          </a:p>
        </p:txBody>
      </p:sp>
      <p:sp>
        <p:nvSpPr>
          <p:cNvPr id="12" name="fe-body-1">
            <a:extLst xmlns:a="http://schemas.openxmlformats.org/drawingml/2006/main">
              <a:ext uri="{FF2B5EF4-FFF2-40B4-BE49-F238E27FC236}">
                <a16:creationId xmlns:a16="http://schemas.microsoft.com/office/drawing/2014/main" id="{A2DA0F8C-FF0C-4154-99F3-A85A4AC59B22}"/>
              </a:ext>
            </a:extLst>
          </p:cNvPr>
          <p:cNvSpPr>
            <a:spLocks xmlns:a="http://schemas.openxmlformats.org/drawingml/2006/main" noGrp="1"/>
          </p:cNvSpPr>
          <p:nvPr/>
        </p:nvSpPr>
        <p:spPr>
          <a:xfrm xmlns:a="http://schemas.openxmlformats.org/drawingml/2006/main">
            <a:off x="3028950" y="3257550"/>
            <a:ext cx="1885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A9B0CB"/>
                </a:solidFill>
                <a:latin typeface="Arial"/>
                <a:ea typeface="Arial"/>
                <a:cs typeface="Arial"/>
              </a:defRPr>
            </a:pPr>
            <a:r>
              <a:rPr sz="1350" b="0">
                <a:solidFill>
                  <a:srgbClr val="A9B0CB"/>
                </a:solidFill>
                <a:latin typeface="Arial"/>
                <a:ea typeface="Arial"/>
                <a:cs typeface="Arial"/>
              </a:rPr>
              <a:t>React 19 + TypeScript</a:t>
            </a:r>
          </a:p>
        </p:txBody>
      </p:sp>
      <p:sp>
        <p:nvSpPr>
          <p:cNvPr id="13" name="fe-node-2">
            <a:extLst xmlns:a="http://schemas.openxmlformats.org/drawingml/2006/main">
              <a:ext uri="{FF2B5EF4-FFF2-40B4-BE49-F238E27FC236}">
                <a16:creationId xmlns:a16="http://schemas.microsoft.com/office/drawing/2014/main" id="{D3AC7712-143D-4409-9E12-7BF6B5DB8BD6}"/>
              </a:ext>
            </a:extLst>
          </p:cNvPr>
          <p:cNvSpPr>
            <a:spLocks xmlns:a="http://schemas.openxmlformats.org/drawingml/2006/main" noGrp="1"/>
          </p:cNvSpPr>
          <p:nvPr/>
        </p:nvSpPr>
        <p:spPr>
          <a:xfrm xmlns:a="http://schemas.openxmlformats.org/drawingml/2006/main">
            <a:off x="5943600" y="2590800"/>
            <a:ext cx="2152650" cy="1257300"/>
          </a:xfrm>
          <a:prstGeom xmlns:a="http://schemas.openxmlformats.org/drawingml/2006/main" prst="roundRect">
            <a:avLst>
              <a:gd name="adj" fmla="val 9091"/>
            </a:avLst>
          </a:prstGeom>
          <a:solidFill xmlns:a="http://schemas.openxmlformats.org/drawingml/2006/main">
            <a:srgbClr val="181D38"/>
          </a:solidFill>
          <a:ln xmlns:a="http://schemas.openxmlformats.org/drawingml/2006/main" w="9525">
            <a:solidFill>
              <a:srgbClr val="313858"/>
            </a:solidFill>
            <a:prstDash val="solid"/>
          </a:ln>
        </p:spPr>
      </p:sp>
      <p:sp>
        <p:nvSpPr>
          <p:cNvPr id="14" name="fe-label-2">
            <a:extLst xmlns:a="http://schemas.openxmlformats.org/drawingml/2006/main">
              <a:ext uri="{FF2B5EF4-FFF2-40B4-BE49-F238E27FC236}">
                <a16:creationId xmlns:a16="http://schemas.microsoft.com/office/drawing/2014/main" id="{298C77BB-18FA-4FDC-9547-D9D872863F10}"/>
              </a:ext>
            </a:extLst>
          </p:cNvPr>
          <p:cNvSpPr>
            <a:spLocks xmlns:a="http://schemas.openxmlformats.org/drawingml/2006/main" noGrp="1"/>
          </p:cNvSpPr>
          <p:nvPr/>
        </p:nvSpPr>
        <p:spPr>
          <a:xfrm xmlns:a="http://schemas.openxmlformats.org/drawingml/2006/main">
            <a:off x="6096000" y="2762250"/>
            <a:ext cx="18478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7F7FF"/>
                </a:solidFill>
                <a:latin typeface="Arial"/>
                <a:ea typeface="Arial"/>
                <a:cs typeface="Arial"/>
              </a:defRPr>
            </a:pPr>
            <a:r>
              <a:rPr sz="1650" b="1">
                <a:solidFill>
                  <a:srgbClr val="F7F7FF"/>
                </a:solidFill>
                <a:latin typeface="Arial"/>
                <a:ea typeface="Arial"/>
                <a:cs typeface="Arial"/>
              </a:rPr>
              <a:t>🧮 SERVICES</a:t>
            </a:r>
          </a:p>
        </p:txBody>
      </p:sp>
      <p:sp>
        <p:nvSpPr>
          <p:cNvPr id="15" name="fe-body-2">
            <a:extLst xmlns:a="http://schemas.openxmlformats.org/drawingml/2006/main">
              <a:ext uri="{FF2B5EF4-FFF2-40B4-BE49-F238E27FC236}">
                <a16:creationId xmlns:a16="http://schemas.microsoft.com/office/drawing/2014/main" id="{A7FACEA9-90DA-4037-9565-BFF98BD9516D}"/>
              </a:ext>
            </a:extLst>
          </p:cNvPr>
          <p:cNvSpPr>
            <a:spLocks xmlns:a="http://schemas.openxmlformats.org/drawingml/2006/main" noGrp="1"/>
          </p:cNvSpPr>
          <p:nvPr/>
        </p:nvSpPr>
        <p:spPr>
          <a:xfrm xmlns:a="http://schemas.openxmlformats.org/drawingml/2006/main">
            <a:off x="6076950" y="3257550"/>
            <a:ext cx="18859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A9B0CB"/>
                </a:solidFill>
                <a:latin typeface="Arial"/>
                <a:ea typeface="Arial"/>
                <a:cs typeface="Arial"/>
              </a:defRPr>
            </a:pPr>
            <a:r>
              <a:rPr sz="1350" b="0">
                <a:solidFill>
                  <a:srgbClr val="A9B0CB"/>
                </a:solidFill>
                <a:latin typeface="Arial"/>
                <a:ea typeface="Arial"/>
                <a:cs typeface="Arial"/>
              </a:rPr>
              <a:t>Calculations + state</a:t>
            </a:r>
          </a:p>
        </p:txBody>
      </p:sp>
      <p:sp>
        <p:nvSpPr>
          <p:cNvPr id="16" name="fe-node-3">
            <a:extLst xmlns:a="http://schemas.openxmlformats.org/drawingml/2006/main">
              <a:ext uri="{FF2B5EF4-FFF2-40B4-BE49-F238E27FC236}">
                <a16:creationId xmlns:a16="http://schemas.microsoft.com/office/drawing/2014/main" id="{1C181D67-0D37-4FE9-B82D-A897BE64996C}"/>
              </a:ext>
            </a:extLst>
          </p:cNvPr>
          <p:cNvSpPr>
            <a:spLocks xmlns:a="http://schemas.openxmlformats.org/drawingml/2006/main" noGrp="1"/>
          </p:cNvSpPr>
          <p:nvPr/>
        </p:nvSpPr>
        <p:spPr>
          <a:xfrm xmlns:a="http://schemas.openxmlformats.org/drawingml/2006/main">
            <a:off x="8991600" y="2590800"/>
            <a:ext cx="2590800" cy="1257300"/>
          </a:xfrm>
          <a:prstGeom xmlns:a="http://schemas.openxmlformats.org/drawingml/2006/main" prst="roundRect">
            <a:avLst>
              <a:gd name="adj" fmla="val 9091"/>
            </a:avLst>
          </a:prstGeom>
          <a:solidFill xmlns:a="http://schemas.openxmlformats.org/drawingml/2006/main">
            <a:srgbClr val="181D38"/>
          </a:solidFill>
          <a:ln xmlns:a="http://schemas.openxmlformats.org/drawingml/2006/main" w="9525">
            <a:solidFill>
              <a:srgbClr val="313858"/>
            </a:solidFill>
            <a:prstDash val="solid"/>
          </a:ln>
        </p:spPr>
      </p:sp>
      <p:sp>
        <p:nvSpPr>
          <p:cNvPr id="17" name="fe-label-3">
            <a:extLst xmlns:a="http://schemas.openxmlformats.org/drawingml/2006/main">
              <a:ext uri="{FF2B5EF4-FFF2-40B4-BE49-F238E27FC236}">
                <a16:creationId xmlns:a16="http://schemas.microsoft.com/office/drawing/2014/main" id="{FB5F1544-2835-4064-87AD-EA346C32C4A0}"/>
              </a:ext>
            </a:extLst>
          </p:cNvPr>
          <p:cNvSpPr>
            <a:spLocks xmlns:a="http://schemas.openxmlformats.org/drawingml/2006/main" noGrp="1"/>
          </p:cNvSpPr>
          <p:nvPr/>
        </p:nvSpPr>
        <p:spPr>
          <a:xfrm xmlns:a="http://schemas.openxmlformats.org/drawingml/2006/main">
            <a:off x="9144000" y="2762250"/>
            <a:ext cx="2286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7F7FF"/>
                </a:solidFill>
                <a:latin typeface="Arial"/>
                <a:ea typeface="Arial"/>
                <a:cs typeface="Arial"/>
              </a:defRPr>
            </a:pPr>
            <a:r>
              <a:rPr sz="1650" b="1">
                <a:solidFill>
                  <a:srgbClr val="F7F7FF"/>
                </a:solidFill>
                <a:latin typeface="Arial"/>
                <a:ea typeface="Arial"/>
                <a:cs typeface="Arial"/>
              </a:rPr>
              <a:t>☁ DELIVERY</a:t>
            </a:r>
          </a:p>
        </p:txBody>
      </p:sp>
      <p:sp>
        <p:nvSpPr>
          <p:cNvPr id="18" name="fe-body-3">
            <a:extLst xmlns:a="http://schemas.openxmlformats.org/drawingml/2006/main">
              <a:ext uri="{FF2B5EF4-FFF2-40B4-BE49-F238E27FC236}">
                <a16:creationId xmlns:a16="http://schemas.microsoft.com/office/drawing/2014/main" id="{39E3366C-9560-4C4B-8ADF-36340C0B1A05}"/>
              </a:ext>
            </a:extLst>
          </p:cNvPr>
          <p:cNvSpPr>
            <a:spLocks xmlns:a="http://schemas.openxmlformats.org/drawingml/2006/main" noGrp="1"/>
          </p:cNvSpPr>
          <p:nvPr/>
        </p:nvSpPr>
        <p:spPr>
          <a:xfrm xmlns:a="http://schemas.openxmlformats.org/drawingml/2006/main">
            <a:off x="9124950" y="3257550"/>
            <a:ext cx="23241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A9B0CB"/>
                </a:solidFill>
                <a:latin typeface="Arial"/>
                <a:ea typeface="Arial"/>
                <a:cs typeface="Arial"/>
              </a:defRPr>
            </a:pPr>
            <a:r>
              <a:rPr sz="1350" b="0">
                <a:solidFill>
                  <a:srgbClr val="A9B0CB"/>
                </a:solidFill>
                <a:latin typeface="Arial"/>
                <a:ea typeface="Arial"/>
                <a:cs typeface="Arial"/>
              </a:rPr>
              <a:t>Cloudflare Worker</a:t>
            </a:r>
          </a:p>
        </p:txBody>
      </p:sp>
      <p:sp>
        <p:nvSpPr>
          <p:cNvPr id="19" name="fe-module-0">
            <a:extLst xmlns:a="http://schemas.openxmlformats.org/drawingml/2006/main">
              <a:ext uri="{FF2B5EF4-FFF2-40B4-BE49-F238E27FC236}">
                <a16:creationId xmlns:a16="http://schemas.microsoft.com/office/drawing/2014/main" id="{A36B2C19-CE90-4B27-B219-7F8EF763FFED}"/>
              </a:ext>
            </a:extLst>
          </p:cNvPr>
          <p:cNvSpPr>
            <a:spLocks xmlns:a="http://schemas.openxmlformats.org/drawingml/2006/main" noGrp="1"/>
          </p:cNvSpPr>
          <p:nvPr/>
        </p:nvSpPr>
        <p:spPr>
          <a:xfrm xmlns:a="http://schemas.openxmlformats.org/drawingml/2006/main">
            <a:off x="2895600" y="4572000"/>
            <a:ext cx="1409700" cy="400050"/>
          </a:xfrm>
          <a:prstGeom xmlns:a="http://schemas.openxmlformats.org/drawingml/2006/main" prst="roundRect">
            <a:avLst>
              <a:gd name="adj" fmla="val 28571"/>
            </a:avLst>
          </a:prstGeom>
          <a:solidFill xmlns:a="http://schemas.openxmlformats.org/drawingml/2006/main">
            <a:srgbClr val="12162A"/>
          </a:solidFill>
          <a:ln xmlns:a="http://schemas.openxmlformats.org/drawingml/2006/main" w="9525">
            <a:solidFill>
              <a:srgbClr val="313858"/>
            </a:solidFill>
            <a:prstDash val="solid"/>
          </a:ln>
        </p:spPr>
      </p:sp>
      <p:sp>
        <p:nvSpPr>
          <p:cNvPr id="20" name="fe-module-label-0">
            <a:extLst xmlns:a="http://schemas.openxmlformats.org/drawingml/2006/main">
              <a:ext uri="{FF2B5EF4-FFF2-40B4-BE49-F238E27FC236}">
                <a16:creationId xmlns:a16="http://schemas.microsoft.com/office/drawing/2014/main" id="{F74B82B6-9CCF-47AA-8831-47145ECE8FAC}"/>
              </a:ext>
            </a:extLst>
          </p:cNvPr>
          <p:cNvSpPr>
            <a:spLocks xmlns:a="http://schemas.openxmlformats.org/drawingml/2006/main" noGrp="1"/>
          </p:cNvSpPr>
          <p:nvPr/>
        </p:nvSpPr>
        <p:spPr>
          <a:xfrm xmlns:a="http://schemas.openxmlformats.org/drawingml/2006/main">
            <a:off x="2971800" y="4572000"/>
            <a:ext cx="1257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35D6D0"/>
                </a:solidFill>
                <a:latin typeface="Arial"/>
                <a:ea typeface="Arial"/>
                <a:cs typeface="Arial"/>
              </a:defRPr>
            </a:pPr>
            <a:r>
              <a:rPr sz="1350" b="1">
                <a:solidFill>
                  <a:srgbClr val="35D6D0"/>
                </a:solidFill>
                <a:latin typeface="Arial"/>
                <a:ea typeface="Arial"/>
                <a:cs typeface="Arial"/>
              </a:rPr>
              <a:t>Overview</a:t>
            </a:r>
          </a:p>
        </p:txBody>
      </p:sp>
      <p:sp>
        <p:nvSpPr>
          <p:cNvPr id="21" name="fe-module-1">
            <a:extLst xmlns:a="http://schemas.openxmlformats.org/drawingml/2006/main">
              <a:ext uri="{FF2B5EF4-FFF2-40B4-BE49-F238E27FC236}">
                <a16:creationId xmlns:a16="http://schemas.microsoft.com/office/drawing/2014/main" id="{3486F08B-C5FB-49E8-8345-A54BC361B9DB}"/>
              </a:ext>
            </a:extLst>
          </p:cNvPr>
          <p:cNvSpPr>
            <a:spLocks xmlns:a="http://schemas.openxmlformats.org/drawingml/2006/main" noGrp="1"/>
          </p:cNvSpPr>
          <p:nvPr/>
        </p:nvSpPr>
        <p:spPr>
          <a:xfrm xmlns:a="http://schemas.openxmlformats.org/drawingml/2006/main">
            <a:off x="4514850" y="4572000"/>
            <a:ext cx="1409700" cy="400050"/>
          </a:xfrm>
          <a:prstGeom xmlns:a="http://schemas.openxmlformats.org/drawingml/2006/main" prst="roundRect">
            <a:avLst>
              <a:gd name="adj" fmla="val 28571"/>
            </a:avLst>
          </a:prstGeom>
          <a:solidFill xmlns:a="http://schemas.openxmlformats.org/drawingml/2006/main">
            <a:srgbClr val="12162A"/>
          </a:solidFill>
          <a:ln xmlns:a="http://schemas.openxmlformats.org/drawingml/2006/main" w="9525">
            <a:solidFill>
              <a:srgbClr val="313858"/>
            </a:solidFill>
            <a:prstDash val="solid"/>
          </a:ln>
        </p:spPr>
      </p:sp>
      <p:sp>
        <p:nvSpPr>
          <p:cNvPr id="22" name="fe-module-label-1">
            <a:extLst xmlns:a="http://schemas.openxmlformats.org/drawingml/2006/main">
              <a:ext uri="{FF2B5EF4-FFF2-40B4-BE49-F238E27FC236}">
                <a16:creationId xmlns:a16="http://schemas.microsoft.com/office/drawing/2014/main" id="{A96F0407-C68E-4D1E-BF77-A3E59CD4968E}"/>
              </a:ext>
            </a:extLst>
          </p:cNvPr>
          <p:cNvSpPr>
            <a:spLocks xmlns:a="http://schemas.openxmlformats.org/drawingml/2006/main" noGrp="1"/>
          </p:cNvSpPr>
          <p:nvPr/>
        </p:nvSpPr>
        <p:spPr>
          <a:xfrm xmlns:a="http://schemas.openxmlformats.org/drawingml/2006/main">
            <a:off x="4591050" y="4572000"/>
            <a:ext cx="1257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35D6D0"/>
                </a:solidFill>
                <a:latin typeface="Arial"/>
                <a:ea typeface="Arial"/>
                <a:cs typeface="Arial"/>
              </a:defRPr>
            </a:pPr>
            <a:r>
              <a:rPr sz="1350" b="1">
                <a:solidFill>
                  <a:srgbClr val="35D6D0"/>
                </a:solidFill>
                <a:latin typeface="Arial"/>
                <a:ea typeface="Arial"/>
                <a:cs typeface="Arial"/>
              </a:rPr>
              <a:t>Resources</a:t>
            </a:r>
          </a:p>
        </p:txBody>
      </p:sp>
      <p:sp>
        <p:nvSpPr>
          <p:cNvPr id="23" name="fe-module-2">
            <a:extLst xmlns:a="http://schemas.openxmlformats.org/drawingml/2006/main">
              <a:ext uri="{FF2B5EF4-FFF2-40B4-BE49-F238E27FC236}">
                <a16:creationId xmlns:a16="http://schemas.microsoft.com/office/drawing/2014/main" id="{CF817750-9BC9-49A2-BE6A-80D2B21FB762}"/>
              </a:ext>
            </a:extLst>
          </p:cNvPr>
          <p:cNvSpPr>
            <a:spLocks xmlns:a="http://schemas.openxmlformats.org/drawingml/2006/main" noGrp="1"/>
          </p:cNvSpPr>
          <p:nvPr/>
        </p:nvSpPr>
        <p:spPr>
          <a:xfrm xmlns:a="http://schemas.openxmlformats.org/drawingml/2006/main">
            <a:off x="6134100" y="4572000"/>
            <a:ext cx="1409700" cy="400050"/>
          </a:xfrm>
          <a:prstGeom xmlns:a="http://schemas.openxmlformats.org/drawingml/2006/main" prst="roundRect">
            <a:avLst>
              <a:gd name="adj" fmla="val 28571"/>
            </a:avLst>
          </a:prstGeom>
          <a:solidFill xmlns:a="http://schemas.openxmlformats.org/drawingml/2006/main">
            <a:srgbClr val="12162A"/>
          </a:solidFill>
          <a:ln xmlns:a="http://schemas.openxmlformats.org/drawingml/2006/main" w="9525">
            <a:solidFill>
              <a:srgbClr val="313858"/>
            </a:solidFill>
            <a:prstDash val="solid"/>
          </a:ln>
        </p:spPr>
      </p:sp>
      <p:sp>
        <p:nvSpPr>
          <p:cNvPr id="24" name="fe-module-label-2">
            <a:extLst xmlns:a="http://schemas.openxmlformats.org/drawingml/2006/main">
              <a:ext uri="{FF2B5EF4-FFF2-40B4-BE49-F238E27FC236}">
                <a16:creationId xmlns:a16="http://schemas.microsoft.com/office/drawing/2014/main" id="{DA52AFC8-7159-4668-A99E-51C144143490}"/>
              </a:ext>
            </a:extLst>
          </p:cNvPr>
          <p:cNvSpPr>
            <a:spLocks xmlns:a="http://schemas.openxmlformats.org/drawingml/2006/main" noGrp="1"/>
          </p:cNvSpPr>
          <p:nvPr/>
        </p:nvSpPr>
        <p:spPr>
          <a:xfrm xmlns:a="http://schemas.openxmlformats.org/drawingml/2006/main">
            <a:off x="6210300" y="4572000"/>
            <a:ext cx="1257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35D6D0"/>
                </a:solidFill>
                <a:latin typeface="Arial"/>
                <a:ea typeface="Arial"/>
                <a:cs typeface="Arial"/>
              </a:defRPr>
            </a:pPr>
            <a:r>
              <a:rPr sz="1350" b="1">
                <a:solidFill>
                  <a:srgbClr val="35D6D0"/>
                </a:solidFill>
                <a:latin typeface="Arial"/>
                <a:ea typeface="Arial"/>
                <a:cs typeface="Arial"/>
              </a:rPr>
              <a:t>Future</a:t>
            </a:r>
          </a:p>
        </p:txBody>
      </p:sp>
      <p:sp>
        <p:nvSpPr>
          <p:cNvPr id="25" name="fe-module-3">
            <a:extLst xmlns:a="http://schemas.openxmlformats.org/drawingml/2006/main">
              <a:ext uri="{FF2B5EF4-FFF2-40B4-BE49-F238E27FC236}">
                <a16:creationId xmlns:a16="http://schemas.microsoft.com/office/drawing/2014/main" id="{831A9175-2A51-48B5-82CD-8912BFABA8F5}"/>
              </a:ext>
            </a:extLst>
          </p:cNvPr>
          <p:cNvSpPr>
            <a:spLocks xmlns:a="http://schemas.openxmlformats.org/drawingml/2006/main" noGrp="1"/>
          </p:cNvSpPr>
          <p:nvPr/>
        </p:nvSpPr>
        <p:spPr>
          <a:xfrm xmlns:a="http://schemas.openxmlformats.org/drawingml/2006/main">
            <a:off x="2895600" y="5181600"/>
            <a:ext cx="1409700" cy="400050"/>
          </a:xfrm>
          <a:prstGeom xmlns:a="http://schemas.openxmlformats.org/drawingml/2006/main" prst="roundRect">
            <a:avLst>
              <a:gd name="adj" fmla="val 28571"/>
            </a:avLst>
          </a:prstGeom>
          <a:solidFill xmlns:a="http://schemas.openxmlformats.org/drawingml/2006/main">
            <a:srgbClr val="12162A"/>
          </a:solidFill>
          <a:ln xmlns:a="http://schemas.openxmlformats.org/drawingml/2006/main" w="9525">
            <a:solidFill>
              <a:srgbClr val="313858"/>
            </a:solidFill>
            <a:prstDash val="solid"/>
          </a:ln>
        </p:spPr>
      </p:sp>
      <p:sp>
        <p:nvSpPr>
          <p:cNvPr id="26" name="fe-module-label-3">
            <a:extLst xmlns:a="http://schemas.openxmlformats.org/drawingml/2006/main">
              <a:ext uri="{FF2B5EF4-FFF2-40B4-BE49-F238E27FC236}">
                <a16:creationId xmlns:a16="http://schemas.microsoft.com/office/drawing/2014/main" id="{64C03020-CB3E-4420-8D99-797854185875}"/>
              </a:ext>
            </a:extLst>
          </p:cNvPr>
          <p:cNvSpPr>
            <a:spLocks xmlns:a="http://schemas.openxmlformats.org/drawingml/2006/main" noGrp="1"/>
          </p:cNvSpPr>
          <p:nvPr/>
        </p:nvSpPr>
        <p:spPr>
          <a:xfrm xmlns:a="http://schemas.openxmlformats.org/drawingml/2006/main">
            <a:off x="2971800" y="5181600"/>
            <a:ext cx="1257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7F7FF"/>
                </a:solidFill>
                <a:latin typeface="Arial"/>
                <a:ea typeface="Arial"/>
                <a:cs typeface="Arial"/>
              </a:defRPr>
            </a:pPr>
            <a:r>
              <a:rPr sz="1350" b="1">
                <a:solidFill>
                  <a:srgbClr val="F7F7FF"/>
                </a:solidFill>
                <a:latin typeface="Arial"/>
                <a:ea typeface="Arial"/>
                <a:cs typeface="Arial"/>
              </a:rPr>
              <a:t>Investment</a:t>
            </a:r>
          </a:p>
        </p:txBody>
      </p:sp>
      <p:sp>
        <p:nvSpPr>
          <p:cNvPr id="27" name="fe-module-4">
            <a:extLst xmlns:a="http://schemas.openxmlformats.org/drawingml/2006/main">
              <a:ext uri="{FF2B5EF4-FFF2-40B4-BE49-F238E27FC236}">
                <a16:creationId xmlns:a16="http://schemas.microsoft.com/office/drawing/2014/main" id="{C17100C9-8916-498A-B88B-7A1FD8E21F9F}"/>
              </a:ext>
            </a:extLst>
          </p:cNvPr>
          <p:cNvSpPr>
            <a:spLocks xmlns:a="http://schemas.openxmlformats.org/drawingml/2006/main" noGrp="1"/>
          </p:cNvSpPr>
          <p:nvPr/>
        </p:nvSpPr>
        <p:spPr>
          <a:xfrm xmlns:a="http://schemas.openxmlformats.org/drawingml/2006/main">
            <a:off x="4514850" y="5181600"/>
            <a:ext cx="1409700" cy="400050"/>
          </a:xfrm>
          <a:prstGeom xmlns:a="http://schemas.openxmlformats.org/drawingml/2006/main" prst="roundRect">
            <a:avLst>
              <a:gd name="adj" fmla="val 28571"/>
            </a:avLst>
          </a:prstGeom>
          <a:solidFill xmlns:a="http://schemas.openxmlformats.org/drawingml/2006/main">
            <a:srgbClr val="12162A"/>
          </a:solidFill>
          <a:ln xmlns:a="http://schemas.openxmlformats.org/drawingml/2006/main" w="9525">
            <a:solidFill>
              <a:srgbClr val="313858"/>
            </a:solidFill>
            <a:prstDash val="solid"/>
          </a:ln>
        </p:spPr>
      </p:sp>
      <p:sp>
        <p:nvSpPr>
          <p:cNvPr id="28" name="fe-module-label-4">
            <a:extLst xmlns:a="http://schemas.openxmlformats.org/drawingml/2006/main">
              <a:ext uri="{FF2B5EF4-FFF2-40B4-BE49-F238E27FC236}">
                <a16:creationId xmlns:a16="http://schemas.microsoft.com/office/drawing/2014/main" id="{3CB0E80A-1A3D-4AD1-BCC6-AE1EBB7B9D13}"/>
              </a:ext>
            </a:extLst>
          </p:cNvPr>
          <p:cNvSpPr>
            <a:spLocks xmlns:a="http://schemas.openxmlformats.org/drawingml/2006/main" noGrp="1"/>
          </p:cNvSpPr>
          <p:nvPr/>
        </p:nvSpPr>
        <p:spPr>
          <a:xfrm xmlns:a="http://schemas.openxmlformats.org/drawingml/2006/main">
            <a:off x="4591050" y="5181600"/>
            <a:ext cx="1257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7F7FF"/>
                </a:solidFill>
                <a:latin typeface="Arial"/>
                <a:ea typeface="Arial"/>
                <a:cs typeface="Arial"/>
              </a:defRPr>
            </a:pPr>
            <a:r>
              <a:rPr sz="1350" b="1">
                <a:solidFill>
                  <a:srgbClr val="F7F7FF"/>
                </a:solidFill>
                <a:latin typeface="Arial"/>
                <a:ea typeface="Arial"/>
                <a:cs typeface="Arial"/>
              </a:rPr>
              <a:t>Advisor</a:t>
            </a:r>
          </a:p>
        </p:txBody>
      </p:sp>
      <p:sp>
        <p:nvSpPr>
          <p:cNvPr id="29" name="fe-module-5">
            <a:extLst xmlns:a="http://schemas.openxmlformats.org/drawingml/2006/main">
              <a:ext uri="{FF2B5EF4-FFF2-40B4-BE49-F238E27FC236}">
                <a16:creationId xmlns:a16="http://schemas.microsoft.com/office/drawing/2014/main" id="{C1138DA4-BECA-466A-85D3-A94C07CA2AC5}"/>
              </a:ext>
            </a:extLst>
          </p:cNvPr>
          <p:cNvSpPr>
            <a:spLocks xmlns:a="http://schemas.openxmlformats.org/drawingml/2006/main" noGrp="1"/>
          </p:cNvSpPr>
          <p:nvPr/>
        </p:nvSpPr>
        <p:spPr>
          <a:xfrm xmlns:a="http://schemas.openxmlformats.org/drawingml/2006/main">
            <a:off x="6134100" y="5181600"/>
            <a:ext cx="1409700" cy="400050"/>
          </a:xfrm>
          <a:prstGeom xmlns:a="http://schemas.openxmlformats.org/drawingml/2006/main" prst="roundRect">
            <a:avLst>
              <a:gd name="adj" fmla="val 28571"/>
            </a:avLst>
          </a:prstGeom>
          <a:solidFill xmlns:a="http://schemas.openxmlformats.org/drawingml/2006/main">
            <a:srgbClr val="12162A"/>
          </a:solidFill>
          <a:ln xmlns:a="http://schemas.openxmlformats.org/drawingml/2006/main" w="9525">
            <a:solidFill>
              <a:srgbClr val="313858"/>
            </a:solidFill>
            <a:prstDash val="solid"/>
          </a:ln>
        </p:spPr>
      </p:sp>
      <p:sp>
        <p:nvSpPr>
          <p:cNvPr id="30" name="fe-module-label-5">
            <a:extLst xmlns:a="http://schemas.openxmlformats.org/drawingml/2006/main">
              <a:ext uri="{FF2B5EF4-FFF2-40B4-BE49-F238E27FC236}">
                <a16:creationId xmlns:a16="http://schemas.microsoft.com/office/drawing/2014/main" id="{C8B18909-486F-41DC-BD54-EED79BFE644B}"/>
              </a:ext>
            </a:extLst>
          </p:cNvPr>
          <p:cNvSpPr>
            <a:spLocks xmlns:a="http://schemas.openxmlformats.org/drawingml/2006/main" noGrp="1"/>
          </p:cNvSpPr>
          <p:nvPr/>
        </p:nvSpPr>
        <p:spPr>
          <a:xfrm xmlns:a="http://schemas.openxmlformats.org/drawingml/2006/main">
            <a:off x="6210300" y="5181600"/>
            <a:ext cx="12573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1">
                <a:solidFill>
                  <a:srgbClr val="F7F7FF"/>
                </a:solidFill>
                <a:latin typeface="Arial"/>
                <a:ea typeface="Arial"/>
                <a:cs typeface="Arial"/>
              </a:defRPr>
            </a:pPr>
            <a:r>
              <a:rPr sz="1350" b="1">
                <a:solidFill>
                  <a:srgbClr val="F7F7FF"/>
                </a:solidFill>
                <a:latin typeface="Arial"/>
                <a:ea typeface="Arial"/>
                <a:cs typeface="Arial"/>
              </a:rPr>
              <a:t>Upload</a:t>
            </a:r>
          </a:p>
        </p:txBody>
      </p:sp>
      <p:sp>
        <p:nvSpPr>
          <p:cNvPr id="31" name="fe-note">
            <a:extLst xmlns:a="http://schemas.openxmlformats.org/drawingml/2006/main">
              <a:ext uri="{FF2B5EF4-FFF2-40B4-BE49-F238E27FC236}">
                <a16:creationId xmlns:a16="http://schemas.microsoft.com/office/drawing/2014/main" id="{57EA9DA8-1B7E-4959-8570-85ADB2BD86DB}"/>
              </a:ext>
            </a:extLst>
          </p:cNvPr>
          <p:cNvSpPr>
            <a:spLocks xmlns:a="http://schemas.openxmlformats.org/drawingml/2006/main" noGrp="1"/>
          </p:cNvSpPr>
          <p:nvPr/>
        </p:nvSpPr>
        <p:spPr>
          <a:xfrm xmlns:a="http://schemas.openxmlformats.org/drawingml/2006/main">
            <a:off x="609600" y="5924550"/>
            <a:ext cx="10191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A9B0CB"/>
                </a:solidFill>
                <a:latin typeface="Arial"/>
                <a:ea typeface="Arial"/>
                <a:cs typeface="Arial"/>
              </a:defRPr>
            </a:pPr>
            <a:r>
              <a:rPr sz="1500" b="0">
                <a:solidFill>
                  <a:srgbClr val="A9B0CB"/>
                </a:solidFill>
                <a:latin typeface="Arial"/>
                <a:ea typeface="Arial"/>
                <a:cs typeface="Arial"/>
              </a:rPr>
              <a:t>Current public demo: synthetic data generation and client-side projections</a:t>
            </a:r>
          </a:p>
        </p:txBody>
      </p:sp>
    </p:spTree>
    <p:extLst>
      <p:ext uri="{BB962C8B-B14F-4D97-AF65-F5344CB8AC3E}">
        <p14:creationId xmlns:p14="http://schemas.microsoft.com/office/powerpoint/2010/main" val="1321247571"/>
      </p:ext>
    </p:extLst>
  </p:cSld>
</p:sld>
</file>

<file path=ppt/slides/slide6.xml><?xml version="1.0" encoding="utf-8"?>
<p:sld xmlns:p="http://schemas.openxmlformats.org/presentationml/2006/main">
  <p:cSld>
    <p:bg>
      <p:bgPr>
        <a:solidFill xmlns:a="http://schemas.openxmlformats.org/drawingml/2006/main">
          <a:srgbClr val="090B1A"/>
        </a:solidFill>
      </p:bgPr>
    </p:bg>
    <p:spTree>
      <p:nvGrpSpPr>
        <p:cNvPr id="1" name=""/>
        <p:cNvGrpSpPr/>
        <p:nvPr/>
      </p:nvGrpSpPr>
      <p:grpSpPr>
        <a:xfrm xmlns:a="http://schemas.openxmlformats.org/drawingml/2006/main"/>
      </p:grpSpPr>
      <p:sp>
        <p:nvSpPr>
          <p:cNvPr id="33" name="eyebrow-6">
            <a:extLst xmlns:a="http://schemas.openxmlformats.org/drawingml/2006/main">
              <a:ext uri="{FF2B5EF4-FFF2-40B4-BE49-F238E27FC236}">
                <a16:creationId xmlns:a16="http://schemas.microsoft.com/office/drawing/2014/main" id="{F17C8C53-2C79-439C-8584-D45E0C38967D}"/>
              </a:ext>
            </a:extLst>
          </p:cNvPr>
          <p:cNvSpPr>
            <a:spLocks xmlns:a="http://schemas.openxmlformats.org/drawingml/2006/main" noGrp="1"/>
          </p:cNvSpPr>
          <p:nvPr/>
        </p:nvSpPr>
        <p:spPr>
          <a:xfrm xmlns:a="http://schemas.openxmlformats.org/drawingml/2006/main">
            <a:off x="609600" y="4000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35D6D0"/>
                </a:solidFill>
                <a:latin typeface="Arial"/>
                <a:ea typeface="Arial"/>
                <a:cs typeface="Arial"/>
              </a:defRPr>
            </a:pPr>
            <a:r>
              <a:rPr sz="1200" b="1">
                <a:solidFill>
                  <a:srgbClr val="35D6D0"/>
                </a:solidFill>
                <a:latin typeface="Arial"/>
                <a:ea typeface="Arial"/>
                <a:cs typeface="Arial"/>
              </a:rPr>
              <a:t>PRODUCTION BACKEND</a:t>
            </a:r>
          </a:p>
        </p:txBody>
      </p:sp>
      <p:sp>
        <p:nvSpPr>
          <p:cNvPr id="2" name="title-6">
            <a:extLst xmlns:a="http://schemas.openxmlformats.org/drawingml/2006/main">
              <a:ext uri="{FF2B5EF4-FFF2-40B4-BE49-F238E27FC236}">
                <a16:creationId xmlns:a16="http://schemas.microsoft.com/office/drawing/2014/main" id="{CECE7569-C94D-430D-803A-C762541852D3}"/>
              </a:ext>
            </a:extLst>
          </p:cNvPr>
          <p:cNvSpPr>
            <a:spLocks xmlns:a="http://schemas.openxmlformats.org/drawingml/2006/main" noGrp="1"/>
          </p:cNvSpPr>
          <p:nvPr/>
        </p:nvSpPr>
        <p:spPr>
          <a:xfrm xmlns:a="http://schemas.openxmlformats.org/drawingml/2006/main">
            <a:off x="609600" y="742950"/>
            <a:ext cx="1090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00" b="1">
                <a:solidFill>
                  <a:srgbClr val="F7F7FF"/>
                </a:solidFill>
                <a:latin typeface="Arial"/>
                <a:ea typeface="Arial"/>
                <a:cs typeface="Arial"/>
              </a:defRPr>
            </a:pPr>
            <a:r>
              <a:rPr sz="3600" b="1">
                <a:solidFill>
                  <a:srgbClr val="F7F7FF"/>
                </a:solidFill>
                <a:latin typeface="Arial"/>
                <a:ea typeface="Arial"/>
                <a:cs typeface="Arial"/>
              </a:rPr>
              <a:t>A secure backend can evolve the prototype</a:t>
            </a:r>
          </a:p>
        </p:txBody>
      </p:sp>
      <p:sp>
        <p:nvSpPr>
          <p:cNvPr id="3" name="page-6">
            <a:extLst xmlns:a="http://schemas.openxmlformats.org/drawingml/2006/main">
              <a:ext uri="{FF2B5EF4-FFF2-40B4-BE49-F238E27FC236}">
                <a16:creationId xmlns:a16="http://schemas.microsoft.com/office/drawing/2014/main" id="{DE7FCBE3-47C9-4831-8F13-4560B564F01B}"/>
              </a:ext>
            </a:extLst>
          </p:cNvPr>
          <p:cNvSpPr>
            <a:spLocks xmlns:a="http://schemas.openxmlformats.org/drawingml/2006/main" noGrp="1"/>
          </p:cNvSpPr>
          <p:nvPr/>
        </p:nvSpPr>
        <p:spPr>
          <a:xfrm xmlns:a="http://schemas.openxmlformats.org/drawingml/2006/main">
            <a:off x="11239500" y="61912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200" b="0">
                <a:solidFill>
                  <a:srgbClr val="A9B0CB"/>
                </a:solidFill>
                <a:latin typeface="Arial"/>
                <a:ea typeface="Arial"/>
                <a:cs typeface="Arial"/>
              </a:defRPr>
            </a:pPr>
            <a:r>
              <a:rPr sz="1200" b="0">
                <a:solidFill>
                  <a:srgbClr val="A9B0CB"/>
                </a:solidFill>
                <a:latin typeface="Arial"/>
                <a:ea typeface="Arial"/>
                <a:cs typeface="Arial"/>
              </a:rPr>
              <a:t>06</a:t>
            </a:r>
          </a:p>
        </p:txBody>
      </p:sp>
      <p:cxnSp>
        <p:nvCxnSpPr>
          <p:cNvPr id="36" name="be-a1"/>
          <p:cNvCxnSpPr/>
          <p:nvPr/>
        </p:nvCxnSpPr>
        <p:spPr>
          <a:xfrm xmlns:a="http://schemas.openxmlformats.org/drawingml/2006/main">
            <a:off x="2095500" y="2619375"/>
            <a:ext cx="914400" cy="0"/>
          </a:xfrm>
          <a:prstGeom xmlns:a="http://schemas.openxmlformats.org/drawingml/2006/main" prst="straightConnector1">
            <a:avLst/>
          </a:prstGeom>
          <a:ln xmlns:a="http://schemas.openxmlformats.org/drawingml/2006/main" w="28575">
            <a:solidFill>
              <a:srgbClr val="7C6CFF"/>
            </a:solidFill>
            <a:prstDash val="solid"/>
          </a:ln>
        </p:spPr>
      </p:cxnSp>
      <p:cxnSp>
        <p:nvCxnSpPr>
          <p:cNvPr id="37" name="be-a2"/>
          <p:cNvCxnSpPr/>
          <p:nvPr/>
        </p:nvCxnSpPr>
        <p:spPr>
          <a:xfrm xmlns:a="http://schemas.openxmlformats.org/drawingml/2006/main">
            <a:off x="4762500" y="2619375"/>
            <a:ext cx="914400" cy="0"/>
          </a:xfrm>
          <a:prstGeom xmlns:a="http://schemas.openxmlformats.org/drawingml/2006/main" prst="straightConnector1">
            <a:avLst/>
          </a:prstGeom>
          <a:ln xmlns:a="http://schemas.openxmlformats.org/drawingml/2006/main" w="28575">
            <a:solidFill>
              <a:srgbClr val="7C6CFF"/>
            </a:solidFill>
            <a:prstDash val="solid"/>
          </a:ln>
        </p:spPr>
      </p:cxnSp>
      <p:cxnSp>
        <p:nvCxnSpPr>
          <p:cNvPr id="38" name="be-a3"/>
          <p:cNvCxnSpPr/>
          <p:nvPr/>
        </p:nvCxnSpPr>
        <p:spPr>
          <a:xfrm xmlns:a="http://schemas.openxmlformats.org/drawingml/2006/main">
            <a:off x="7429500" y="2619375"/>
            <a:ext cx="914400" cy="0"/>
          </a:xfrm>
          <a:prstGeom xmlns:a="http://schemas.openxmlformats.org/drawingml/2006/main" prst="straightConnector1">
            <a:avLst/>
          </a:prstGeom>
          <a:ln xmlns:a="http://schemas.openxmlformats.org/drawingml/2006/main" w="28575">
            <a:solidFill>
              <a:srgbClr val="7C6CFF"/>
            </a:solidFill>
            <a:prstDash val="solid"/>
          </a:ln>
        </p:spPr>
      </p:cxnSp>
      <p:cxnSp>
        <p:nvCxnSpPr>
          <p:cNvPr id="39" name="be-a4"/>
          <p:cNvCxnSpPr/>
          <p:nvPr/>
        </p:nvCxnSpPr>
        <p:spPr>
          <a:xfrm xmlns:a="http://schemas.openxmlformats.org/drawingml/2006/main">
            <a:off x="9810750" y="3257550"/>
            <a:ext cx="0" cy="838200"/>
          </a:xfrm>
          <a:prstGeom xmlns:a="http://schemas.openxmlformats.org/drawingml/2006/main" prst="straightConnector1">
            <a:avLst/>
          </a:prstGeom>
          <a:ln xmlns:a="http://schemas.openxmlformats.org/drawingml/2006/main" w="28575">
            <a:solidFill>
              <a:srgbClr val="7C6CFF"/>
            </a:solidFill>
            <a:prstDash val="solid"/>
          </a:ln>
        </p:spPr>
      </p:cxnSp>
      <p:cxnSp>
        <p:nvCxnSpPr>
          <p:cNvPr id="40" name="be-a5"/>
          <p:cNvCxnSpPr/>
          <p:nvPr/>
        </p:nvCxnSpPr>
        <p:spPr>
          <a:xfrm xmlns:a="http://schemas.openxmlformats.org/drawingml/2006/main">
            <a:off x="7429500" y="4667250"/>
            <a:ext cx="914400" cy="0"/>
          </a:xfrm>
          <a:prstGeom xmlns:a="http://schemas.openxmlformats.org/drawingml/2006/main" prst="straightConnector1">
            <a:avLst/>
          </a:prstGeom>
          <a:ln xmlns:a="http://schemas.openxmlformats.org/drawingml/2006/main" w="28575">
            <a:solidFill>
              <a:srgbClr val="7C6CFF"/>
            </a:solidFill>
            <a:prstDash val="solid"/>
          </a:ln>
        </p:spPr>
      </p:cxnSp>
      <p:cxnSp>
        <p:nvCxnSpPr>
          <p:cNvPr id="41" name="be-a6"/>
          <p:cNvCxnSpPr/>
          <p:nvPr/>
        </p:nvCxnSpPr>
        <p:spPr>
          <a:xfrm xmlns:a="http://schemas.openxmlformats.org/drawingml/2006/main">
            <a:off x="4762500" y="4667250"/>
            <a:ext cx="914400" cy="0"/>
          </a:xfrm>
          <a:prstGeom xmlns:a="http://schemas.openxmlformats.org/drawingml/2006/main" prst="straightConnector1">
            <a:avLst/>
          </a:prstGeom>
          <a:ln xmlns:a="http://schemas.openxmlformats.org/drawingml/2006/main" w="28575">
            <a:solidFill>
              <a:srgbClr val="7C6CFF"/>
            </a:solidFill>
            <a:prstDash val="solid"/>
          </a:ln>
        </p:spPr>
      </p:cxnSp>
      <p:sp>
        <p:nvSpPr>
          <p:cNvPr id="10" name="be-node-0">
            <a:extLst xmlns:a="http://schemas.openxmlformats.org/drawingml/2006/main">
              <a:ext uri="{FF2B5EF4-FFF2-40B4-BE49-F238E27FC236}">
                <a16:creationId xmlns:a16="http://schemas.microsoft.com/office/drawing/2014/main" id="{CA1D696D-4255-4359-806E-FB8CE905AEF8}"/>
              </a:ext>
            </a:extLst>
          </p:cNvPr>
          <p:cNvSpPr>
            <a:spLocks xmlns:a="http://schemas.openxmlformats.org/drawingml/2006/main" noGrp="1"/>
          </p:cNvSpPr>
          <p:nvPr/>
        </p:nvSpPr>
        <p:spPr>
          <a:xfrm xmlns:a="http://schemas.openxmlformats.org/drawingml/2006/main">
            <a:off x="609600" y="2133600"/>
            <a:ext cx="1485900" cy="971550"/>
          </a:xfrm>
          <a:prstGeom xmlns:a="http://schemas.openxmlformats.org/drawingml/2006/main" prst="roundRect">
            <a:avLst>
              <a:gd name="adj" fmla="val 11765"/>
            </a:avLst>
          </a:prstGeom>
          <a:solidFill xmlns:a="http://schemas.openxmlformats.org/drawingml/2006/main">
            <a:srgbClr val="181D38"/>
          </a:solidFill>
          <a:ln xmlns:a="http://schemas.openxmlformats.org/drawingml/2006/main" w="9525">
            <a:solidFill>
              <a:srgbClr val="313858"/>
            </a:solidFill>
            <a:prstDash val="solid"/>
          </a:ln>
        </p:spPr>
      </p:sp>
      <p:sp>
        <p:nvSpPr>
          <p:cNvPr id="11" name="be-head-0">
            <a:extLst xmlns:a="http://schemas.openxmlformats.org/drawingml/2006/main">
              <a:ext uri="{FF2B5EF4-FFF2-40B4-BE49-F238E27FC236}">
                <a16:creationId xmlns:a16="http://schemas.microsoft.com/office/drawing/2014/main" id="{7A39FE41-5171-436F-B036-AB5E9130297A}"/>
              </a:ext>
            </a:extLst>
          </p:cNvPr>
          <p:cNvSpPr>
            <a:spLocks xmlns:a="http://schemas.openxmlformats.org/drawingml/2006/main" noGrp="1"/>
          </p:cNvSpPr>
          <p:nvPr/>
        </p:nvSpPr>
        <p:spPr>
          <a:xfrm xmlns:a="http://schemas.openxmlformats.org/drawingml/2006/main">
            <a:off x="742950" y="2266950"/>
            <a:ext cx="1219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7F7FF"/>
                </a:solidFill>
                <a:latin typeface="Arial"/>
                <a:ea typeface="Arial"/>
                <a:cs typeface="Arial"/>
              </a:defRPr>
            </a:pPr>
            <a:r>
              <a:rPr sz="1650" b="1">
                <a:solidFill>
                  <a:srgbClr val="F7F7FF"/>
                </a:solidFill>
                <a:latin typeface="Arial"/>
                <a:ea typeface="Arial"/>
                <a:cs typeface="Arial"/>
              </a:rPr>
              <a:t>🔐 Auth</a:t>
            </a:r>
          </a:p>
        </p:txBody>
      </p:sp>
      <p:sp>
        <p:nvSpPr>
          <p:cNvPr id="12" name="be-body-0">
            <a:extLst xmlns:a="http://schemas.openxmlformats.org/drawingml/2006/main">
              <a:ext uri="{FF2B5EF4-FFF2-40B4-BE49-F238E27FC236}">
                <a16:creationId xmlns:a16="http://schemas.microsoft.com/office/drawing/2014/main" id="{9654923F-3C77-4F6F-B691-AE4E775D6596}"/>
              </a:ext>
            </a:extLst>
          </p:cNvPr>
          <p:cNvSpPr>
            <a:spLocks xmlns:a="http://schemas.openxmlformats.org/drawingml/2006/main" noGrp="1"/>
          </p:cNvSpPr>
          <p:nvPr/>
        </p:nvSpPr>
        <p:spPr>
          <a:xfrm xmlns:a="http://schemas.openxmlformats.org/drawingml/2006/main">
            <a:off x="742950" y="2647950"/>
            <a:ext cx="12192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A9B0CB"/>
                </a:solidFill>
                <a:latin typeface="Arial"/>
                <a:ea typeface="Arial"/>
                <a:cs typeface="Arial"/>
              </a:defRPr>
            </a:pPr>
            <a:r>
              <a:rPr sz="1350" b="0">
                <a:solidFill>
                  <a:srgbClr val="A9B0CB"/>
                </a:solidFill>
                <a:latin typeface="Arial"/>
                <a:ea typeface="Arial"/>
                <a:cs typeface="Arial"/>
              </a:rPr>
              <a:t>Private access</a:t>
            </a:r>
          </a:p>
        </p:txBody>
      </p:sp>
      <p:sp>
        <p:nvSpPr>
          <p:cNvPr id="13" name="be-node-1">
            <a:extLst xmlns:a="http://schemas.openxmlformats.org/drawingml/2006/main">
              <a:ext uri="{FF2B5EF4-FFF2-40B4-BE49-F238E27FC236}">
                <a16:creationId xmlns:a16="http://schemas.microsoft.com/office/drawing/2014/main" id="{9BA68B64-E849-4844-81C9-E92A2EE6D233}"/>
              </a:ext>
            </a:extLst>
          </p:cNvPr>
          <p:cNvSpPr>
            <a:spLocks xmlns:a="http://schemas.openxmlformats.org/drawingml/2006/main" noGrp="1"/>
          </p:cNvSpPr>
          <p:nvPr/>
        </p:nvSpPr>
        <p:spPr>
          <a:xfrm xmlns:a="http://schemas.openxmlformats.org/drawingml/2006/main">
            <a:off x="3009900" y="2133600"/>
            <a:ext cx="1752600" cy="971550"/>
          </a:xfrm>
          <a:prstGeom xmlns:a="http://schemas.openxmlformats.org/drawingml/2006/main" prst="roundRect">
            <a:avLst>
              <a:gd name="adj" fmla="val 11765"/>
            </a:avLst>
          </a:prstGeom>
          <a:solidFill xmlns:a="http://schemas.openxmlformats.org/drawingml/2006/main">
            <a:srgbClr val="181D38"/>
          </a:solidFill>
          <a:ln xmlns:a="http://schemas.openxmlformats.org/drawingml/2006/main" w="9525">
            <a:solidFill>
              <a:srgbClr val="313858"/>
            </a:solidFill>
            <a:prstDash val="solid"/>
          </a:ln>
        </p:spPr>
      </p:sp>
      <p:sp>
        <p:nvSpPr>
          <p:cNvPr id="14" name="be-head-1">
            <a:extLst xmlns:a="http://schemas.openxmlformats.org/drawingml/2006/main">
              <a:ext uri="{FF2B5EF4-FFF2-40B4-BE49-F238E27FC236}">
                <a16:creationId xmlns:a16="http://schemas.microsoft.com/office/drawing/2014/main" id="{F63B526C-369E-4AB1-B623-AF7D64FF75CE}"/>
              </a:ext>
            </a:extLst>
          </p:cNvPr>
          <p:cNvSpPr>
            <a:spLocks xmlns:a="http://schemas.openxmlformats.org/drawingml/2006/main" noGrp="1"/>
          </p:cNvSpPr>
          <p:nvPr/>
        </p:nvSpPr>
        <p:spPr>
          <a:xfrm xmlns:a="http://schemas.openxmlformats.org/drawingml/2006/main">
            <a:off x="3143250" y="22669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7F7FF"/>
                </a:solidFill>
                <a:latin typeface="Arial"/>
                <a:ea typeface="Arial"/>
                <a:cs typeface="Arial"/>
              </a:defRPr>
            </a:pPr>
            <a:r>
              <a:rPr sz="1650" b="1">
                <a:solidFill>
                  <a:srgbClr val="F7F7FF"/>
                </a:solidFill>
                <a:latin typeface="Arial"/>
                <a:ea typeface="Arial"/>
                <a:cs typeface="Arial"/>
              </a:rPr>
              <a:t>📄 Upload API</a:t>
            </a:r>
          </a:p>
        </p:txBody>
      </p:sp>
      <p:sp>
        <p:nvSpPr>
          <p:cNvPr id="15" name="be-body-1">
            <a:extLst xmlns:a="http://schemas.openxmlformats.org/drawingml/2006/main">
              <a:ext uri="{FF2B5EF4-FFF2-40B4-BE49-F238E27FC236}">
                <a16:creationId xmlns:a16="http://schemas.microsoft.com/office/drawing/2014/main" id="{D9D8B522-8D85-453A-8A7E-156B3FB4F438}"/>
              </a:ext>
            </a:extLst>
          </p:cNvPr>
          <p:cNvSpPr>
            <a:spLocks xmlns:a="http://schemas.openxmlformats.org/drawingml/2006/main" noGrp="1"/>
          </p:cNvSpPr>
          <p:nvPr/>
        </p:nvSpPr>
        <p:spPr>
          <a:xfrm xmlns:a="http://schemas.openxmlformats.org/drawingml/2006/main">
            <a:off x="3143250" y="264795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A9B0CB"/>
                </a:solidFill>
                <a:latin typeface="Arial"/>
                <a:ea typeface="Arial"/>
                <a:cs typeface="Arial"/>
              </a:defRPr>
            </a:pPr>
            <a:r>
              <a:rPr sz="1350" b="0">
                <a:solidFill>
                  <a:srgbClr val="A9B0CB"/>
                </a:solidFill>
                <a:latin typeface="Arial"/>
                <a:ea typeface="Arial"/>
                <a:cs typeface="Arial"/>
              </a:rPr>
              <a:t>Validate files</a:t>
            </a:r>
          </a:p>
        </p:txBody>
      </p:sp>
      <p:sp>
        <p:nvSpPr>
          <p:cNvPr id="16" name="be-node-2">
            <a:extLst xmlns:a="http://schemas.openxmlformats.org/drawingml/2006/main">
              <a:ext uri="{FF2B5EF4-FFF2-40B4-BE49-F238E27FC236}">
                <a16:creationId xmlns:a16="http://schemas.microsoft.com/office/drawing/2014/main" id="{11CD2B3D-86C1-4E3C-8BD4-AB1DBAABC312}"/>
              </a:ext>
            </a:extLst>
          </p:cNvPr>
          <p:cNvSpPr>
            <a:spLocks xmlns:a="http://schemas.openxmlformats.org/drawingml/2006/main" noGrp="1"/>
          </p:cNvSpPr>
          <p:nvPr/>
        </p:nvSpPr>
        <p:spPr>
          <a:xfrm xmlns:a="http://schemas.openxmlformats.org/drawingml/2006/main">
            <a:off x="5676900" y="2133600"/>
            <a:ext cx="1752600" cy="971550"/>
          </a:xfrm>
          <a:prstGeom xmlns:a="http://schemas.openxmlformats.org/drawingml/2006/main" prst="roundRect">
            <a:avLst>
              <a:gd name="adj" fmla="val 11765"/>
            </a:avLst>
          </a:prstGeom>
          <a:solidFill xmlns:a="http://schemas.openxmlformats.org/drawingml/2006/main">
            <a:srgbClr val="181D38"/>
          </a:solidFill>
          <a:ln xmlns:a="http://schemas.openxmlformats.org/drawingml/2006/main" w="9525">
            <a:solidFill>
              <a:srgbClr val="313858"/>
            </a:solidFill>
            <a:prstDash val="solid"/>
          </a:ln>
        </p:spPr>
      </p:sp>
      <p:sp>
        <p:nvSpPr>
          <p:cNvPr id="17" name="be-head-2">
            <a:extLst xmlns:a="http://schemas.openxmlformats.org/drawingml/2006/main">
              <a:ext uri="{FF2B5EF4-FFF2-40B4-BE49-F238E27FC236}">
                <a16:creationId xmlns:a16="http://schemas.microsoft.com/office/drawing/2014/main" id="{0E458A34-6772-431D-86D9-EA92CFADC534}"/>
              </a:ext>
            </a:extLst>
          </p:cNvPr>
          <p:cNvSpPr>
            <a:spLocks xmlns:a="http://schemas.openxmlformats.org/drawingml/2006/main" noGrp="1"/>
          </p:cNvSpPr>
          <p:nvPr/>
        </p:nvSpPr>
        <p:spPr>
          <a:xfrm xmlns:a="http://schemas.openxmlformats.org/drawingml/2006/main">
            <a:off x="5810250" y="226695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7F7FF"/>
                </a:solidFill>
                <a:latin typeface="Arial"/>
                <a:ea typeface="Arial"/>
                <a:cs typeface="Arial"/>
              </a:defRPr>
            </a:pPr>
            <a:r>
              <a:rPr sz="1650" b="1">
                <a:solidFill>
                  <a:srgbClr val="F7F7FF"/>
                </a:solidFill>
                <a:latin typeface="Arial"/>
                <a:ea typeface="Arial"/>
                <a:cs typeface="Arial"/>
              </a:rPr>
              <a:t>🗂 R2</a:t>
            </a:r>
          </a:p>
        </p:txBody>
      </p:sp>
      <p:sp>
        <p:nvSpPr>
          <p:cNvPr id="18" name="be-body-2">
            <a:extLst xmlns:a="http://schemas.openxmlformats.org/drawingml/2006/main">
              <a:ext uri="{FF2B5EF4-FFF2-40B4-BE49-F238E27FC236}">
                <a16:creationId xmlns:a16="http://schemas.microsoft.com/office/drawing/2014/main" id="{D9A57BDE-6F0E-4B98-9747-AA89FFBEA30B}"/>
              </a:ext>
            </a:extLst>
          </p:cNvPr>
          <p:cNvSpPr>
            <a:spLocks xmlns:a="http://schemas.openxmlformats.org/drawingml/2006/main" noGrp="1"/>
          </p:cNvSpPr>
          <p:nvPr/>
        </p:nvSpPr>
        <p:spPr>
          <a:xfrm xmlns:a="http://schemas.openxmlformats.org/drawingml/2006/main">
            <a:off x="5810250" y="264795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A9B0CB"/>
                </a:solidFill>
                <a:latin typeface="Arial"/>
                <a:ea typeface="Arial"/>
                <a:cs typeface="Arial"/>
              </a:defRPr>
            </a:pPr>
            <a:r>
              <a:rPr sz="1350" b="0">
                <a:solidFill>
                  <a:srgbClr val="A9B0CB"/>
                </a:solidFill>
                <a:latin typeface="Arial"/>
                <a:ea typeface="Arial"/>
                <a:cs typeface="Arial"/>
              </a:rPr>
              <a:t>Private documents</a:t>
            </a:r>
          </a:p>
        </p:txBody>
      </p:sp>
      <p:sp>
        <p:nvSpPr>
          <p:cNvPr id="19" name="be-node-3">
            <a:extLst xmlns:a="http://schemas.openxmlformats.org/drawingml/2006/main">
              <a:ext uri="{FF2B5EF4-FFF2-40B4-BE49-F238E27FC236}">
                <a16:creationId xmlns:a16="http://schemas.microsoft.com/office/drawing/2014/main" id="{5E041D50-721C-4257-86EE-A31C35B5F2D4}"/>
              </a:ext>
            </a:extLst>
          </p:cNvPr>
          <p:cNvSpPr>
            <a:spLocks xmlns:a="http://schemas.openxmlformats.org/drawingml/2006/main" noGrp="1"/>
          </p:cNvSpPr>
          <p:nvPr/>
        </p:nvSpPr>
        <p:spPr>
          <a:xfrm xmlns:a="http://schemas.openxmlformats.org/drawingml/2006/main">
            <a:off x="8343900" y="2133600"/>
            <a:ext cx="2933700" cy="971550"/>
          </a:xfrm>
          <a:prstGeom xmlns:a="http://schemas.openxmlformats.org/drawingml/2006/main" prst="roundRect">
            <a:avLst>
              <a:gd name="adj" fmla="val 11765"/>
            </a:avLst>
          </a:prstGeom>
          <a:solidFill xmlns:a="http://schemas.openxmlformats.org/drawingml/2006/main">
            <a:srgbClr val="7C6CFF"/>
          </a:solidFill>
          <a:ln xmlns:a="http://schemas.openxmlformats.org/drawingml/2006/main" w="9525">
            <a:solidFill>
              <a:srgbClr val="7C6CFF"/>
            </a:solidFill>
            <a:prstDash val="solid"/>
          </a:ln>
        </p:spPr>
      </p:sp>
      <p:sp>
        <p:nvSpPr>
          <p:cNvPr id="20" name="be-head-3">
            <a:extLst xmlns:a="http://schemas.openxmlformats.org/drawingml/2006/main">
              <a:ext uri="{FF2B5EF4-FFF2-40B4-BE49-F238E27FC236}">
                <a16:creationId xmlns:a16="http://schemas.microsoft.com/office/drawing/2014/main" id="{3EB25F81-E1CD-492B-AA27-3C01D91EE54A}"/>
              </a:ext>
            </a:extLst>
          </p:cNvPr>
          <p:cNvSpPr>
            <a:spLocks xmlns:a="http://schemas.openxmlformats.org/drawingml/2006/main" noGrp="1"/>
          </p:cNvSpPr>
          <p:nvPr/>
        </p:nvSpPr>
        <p:spPr>
          <a:xfrm xmlns:a="http://schemas.openxmlformats.org/drawingml/2006/main">
            <a:off x="8477250" y="226695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7F7FF"/>
                </a:solidFill>
                <a:latin typeface="Arial"/>
                <a:ea typeface="Arial"/>
                <a:cs typeface="Arial"/>
              </a:defRPr>
            </a:pPr>
            <a:r>
              <a:rPr sz="1650" b="1">
                <a:solidFill>
                  <a:srgbClr val="F7F7FF"/>
                </a:solidFill>
                <a:latin typeface="Arial"/>
                <a:ea typeface="Arial"/>
                <a:cs typeface="Arial"/>
              </a:rPr>
              <a:t>🤖 AI Extraction</a:t>
            </a:r>
          </a:p>
        </p:txBody>
      </p:sp>
      <p:sp>
        <p:nvSpPr>
          <p:cNvPr id="21" name="be-body-3">
            <a:extLst xmlns:a="http://schemas.openxmlformats.org/drawingml/2006/main">
              <a:ext uri="{FF2B5EF4-FFF2-40B4-BE49-F238E27FC236}">
                <a16:creationId xmlns:a16="http://schemas.microsoft.com/office/drawing/2014/main" id="{8DEB196F-5D65-4F80-A9B8-3F2697992627}"/>
              </a:ext>
            </a:extLst>
          </p:cNvPr>
          <p:cNvSpPr>
            <a:spLocks xmlns:a="http://schemas.openxmlformats.org/drawingml/2006/main" noGrp="1"/>
          </p:cNvSpPr>
          <p:nvPr/>
        </p:nvSpPr>
        <p:spPr>
          <a:xfrm xmlns:a="http://schemas.openxmlformats.org/drawingml/2006/main">
            <a:off x="8477250" y="264795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A9B0CB"/>
                </a:solidFill>
                <a:latin typeface="Arial"/>
                <a:ea typeface="Arial"/>
                <a:cs typeface="Arial"/>
              </a:defRPr>
            </a:pPr>
            <a:r>
              <a:rPr sz="1350" b="0">
                <a:solidFill>
                  <a:srgbClr val="A9B0CB"/>
                </a:solidFill>
                <a:latin typeface="Arial"/>
                <a:ea typeface="Arial"/>
                <a:cs typeface="Arial"/>
              </a:rPr>
              <a:t>Structured resource data</a:t>
            </a:r>
          </a:p>
        </p:txBody>
      </p:sp>
      <p:sp>
        <p:nvSpPr>
          <p:cNvPr id="22" name="be-node-4">
            <a:extLst xmlns:a="http://schemas.openxmlformats.org/drawingml/2006/main">
              <a:ext uri="{FF2B5EF4-FFF2-40B4-BE49-F238E27FC236}">
                <a16:creationId xmlns:a16="http://schemas.microsoft.com/office/drawing/2014/main" id="{09FA0689-0F8D-493A-BD1C-DAF8AB1D9453}"/>
              </a:ext>
            </a:extLst>
          </p:cNvPr>
          <p:cNvSpPr>
            <a:spLocks xmlns:a="http://schemas.openxmlformats.org/drawingml/2006/main" noGrp="1"/>
          </p:cNvSpPr>
          <p:nvPr/>
        </p:nvSpPr>
        <p:spPr>
          <a:xfrm xmlns:a="http://schemas.openxmlformats.org/drawingml/2006/main">
            <a:off x="8343900" y="4095750"/>
            <a:ext cx="2933700" cy="1123950"/>
          </a:xfrm>
          <a:prstGeom xmlns:a="http://schemas.openxmlformats.org/drawingml/2006/main" prst="roundRect">
            <a:avLst>
              <a:gd name="adj" fmla="val 10169"/>
            </a:avLst>
          </a:prstGeom>
          <a:solidFill xmlns:a="http://schemas.openxmlformats.org/drawingml/2006/main">
            <a:srgbClr val="181D38"/>
          </a:solidFill>
          <a:ln xmlns:a="http://schemas.openxmlformats.org/drawingml/2006/main" w="9525">
            <a:solidFill>
              <a:srgbClr val="313858"/>
            </a:solidFill>
            <a:prstDash val="solid"/>
          </a:ln>
        </p:spPr>
      </p:sp>
      <p:sp>
        <p:nvSpPr>
          <p:cNvPr id="23" name="be-head-4">
            <a:extLst xmlns:a="http://schemas.openxmlformats.org/drawingml/2006/main">
              <a:ext uri="{FF2B5EF4-FFF2-40B4-BE49-F238E27FC236}">
                <a16:creationId xmlns:a16="http://schemas.microsoft.com/office/drawing/2014/main" id="{C65AB18B-D0AE-46E8-9AE3-C18343CD0DC1}"/>
              </a:ext>
            </a:extLst>
          </p:cNvPr>
          <p:cNvSpPr>
            <a:spLocks xmlns:a="http://schemas.openxmlformats.org/drawingml/2006/main" noGrp="1"/>
          </p:cNvSpPr>
          <p:nvPr/>
        </p:nvSpPr>
        <p:spPr>
          <a:xfrm xmlns:a="http://schemas.openxmlformats.org/drawingml/2006/main">
            <a:off x="8477250" y="4229100"/>
            <a:ext cx="266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7F7FF"/>
                </a:solidFill>
                <a:latin typeface="Arial"/>
                <a:ea typeface="Arial"/>
                <a:cs typeface="Arial"/>
              </a:defRPr>
            </a:pPr>
            <a:r>
              <a:rPr sz="1650" b="1">
                <a:solidFill>
                  <a:srgbClr val="F7F7FF"/>
                </a:solidFill>
                <a:latin typeface="Arial"/>
                <a:ea typeface="Arial"/>
                <a:cs typeface="Arial"/>
              </a:rPr>
              <a:t>✅ Review</a:t>
            </a:r>
          </a:p>
        </p:txBody>
      </p:sp>
      <p:sp>
        <p:nvSpPr>
          <p:cNvPr id="24" name="be-body-4">
            <a:extLst xmlns:a="http://schemas.openxmlformats.org/drawingml/2006/main">
              <a:ext uri="{FF2B5EF4-FFF2-40B4-BE49-F238E27FC236}">
                <a16:creationId xmlns:a16="http://schemas.microsoft.com/office/drawing/2014/main" id="{412604C7-CFF2-4B2C-973F-341669FB4943}"/>
              </a:ext>
            </a:extLst>
          </p:cNvPr>
          <p:cNvSpPr>
            <a:spLocks xmlns:a="http://schemas.openxmlformats.org/drawingml/2006/main" noGrp="1"/>
          </p:cNvSpPr>
          <p:nvPr/>
        </p:nvSpPr>
        <p:spPr>
          <a:xfrm xmlns:a="http://schemas.openxmlformats.org/drawingml/2006/main">
            <a:off x="8477250" y="46101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A9B0CB"/>
                </a:solidFill>
                <a:latin typeface="Arial"/>
                <a:ea typeface="Arial"/>
                <a:cs typeface="Arial"/>
              </a:defRPr>
            </a:pPr>
            <a:r>
              <a:rPr sz="1350" b="0">
                <a:solidFill>
                  <a:srgbClr val="A9B0CB"/>
                </a:solidFill>
                <a:latin typeface="Arial"/>
                <a:ea typeface="Arial"/>
                <a:cs typeface="Arial"/>
              </a:rPr>
              <a:t>Confirm before saving</a:t>
            </a:r>
          </a:p>
        </p:txBody>
      </p:sp>
      <p:sp>
        <p:nvSpPr>
          <p:cNvPr id="25" name="be-node-5">
            <a:extLst xmlns:a="http://schemas.openxmlformats.org/drawingml/2006/main">
              <a:ext uri="{FF2B5EF4-FFF2-40B4-BE49-F238E27FC236}">
                <a16:creationId xmlns:a16="http://schemas.microsoft.com/office/drawing/2014/main" id="{FCB90318-FFA1-46B4-A6D9-EA367E7BC09C}"/>
              </a:ext>
            </a:extLst>
          </p:cNvPr>
          <p:cNvSpPr>
            <a:spLocks xmlns:a="http://schemas.openxmlformats.org/drawingml/2006/main" noGrp="1"/>
          </p:cNvSpPr>
          <p:nvPr/>
        </p:nvSpPr>
        <p:spPr>
          <a:xfrm xmlns:a="http://schemas.openxmlformats.org/drawingml/2006/main">
            <a:off x="5676900" y="4095750"/>
            <a:ext cx="1752600" cy="1123950"/>
          </a:xfrm>
          <a:prstGeom xmlns:a="http://schemas.openxmlformats.org/drawingml/2006/main" prst="roundRect">
            <a:avLst>
              <a:gd name="adj" fmla="val 10169"/>
            </a:avLst>
          </a:prstGeom>
          <a:solidFill xmlns:a="http://schemas.openxmlformats.org/drawingml/2006/main">
            <a:srgbClr val="181D38"/>
          </a:solidFill>
          <a:ln xmlns:a="http://schemas.openxmlformats.org/drawingml/2006/main" w="9525">
            <a:solidFill>
              <a:srgbClr val="313858"/>
            </a:solidFill>
            <a:prstDash val="solid"/>
          </a:ln>
        </p:spPr>
      </p:sp>
      <p:sp>
        <p:nvSpPr>
          <p:cNvPr id="26" name="be-head-5">
            <a:extLst xmlns:a="http://schemas.openxmlformats.org/drawingml/2006/main">
              <a:ext uri="{FF2B5EF4-FFF2-40B4-BE49-F238E27FC236}">
                <a16:creationId xmlns:a16="http://schemas.microsoft.com/office/drawing/2014/main" id="{9A7DB2D6-F327-4B97-8C12-0418996E20DC}"/>
              </a:ext>
            </a:extLst>
          </p:cNvPr>
          <p:cNvSpPr>
            <a:spLocks xmlns:a="http://schemas.openxmlformats.org/drawingml/2006/main" noGrp="1"/>
          </p:cNvSpPr>
          <p:nvPr/>
        </p:nvSpPr>
        <p:spPr>
          <a:xfrm xmlns:a="http://schemas.openxmlformats.org/drawingml/2006/main">
            <a:off x="5810250" y="422910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7F7FF"/>
                </a:solidFill>
                <a:latin typeface="Arial"/>
                <a:ea typeface="Arial"/>
                <a:cs typeface="Arial"/>
              </a:defRPr>
            </a:pPr>
            <a:r>
              <a:rPr sz="1650" b="1">
                <a:solidFill>
                  <a:srgbClr val="F7F7FF"/>
                </a:solidFill>
                <a:latin typeface="Arial"/>
                <a:ea typeface="Arial"/>
                <a:cs typeface="Arial"/>
              </a:rPr>
              <a:t>🗄 D1</a:t>
            </a:r>
          </a:p>
        </p:txBody>
      </p:sp>
      <p:sp>
        <p:nvSpPr>
          <p:cNvPr id="27" name="be-body-5">
            <a:extLst xmlns:a="http://schemas.openxmlformats.org/drawingml/2006/main">
              <a:ext uri="{FF2B5EF4-FFF2-40B4-BE49-F238E27FC236}">
                <a16:creationId xmlns:a16="http://schemas.microsoft.com/office/drawing/2014/main" id="{35A59486-7F89-410B-B42A-20809EDB9EA4}"/>
              </a:ext>
            </a:extLst>
          </p:cNvPr>
          <p:cNvSpPr>
            <a:spLocks xmlns:a="http://schemas.openxmlformats.org/drawingml/2006/main" noGrp="1"/>
          </p:cNvSpPr>
          <p:nvPr/>
        </p:nvSpPr>
        <p:spPr>
          <a:xfrm xmlns:a="http://schemas.openxmlformats.org/drawingml/2006/main">
            <a:off x="5810250" y="46101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5875"/>
          </a:bodyPr>
          <a:lstStyle xmlns:a="http://schemas.openxmlformats.org/drawingml/2006/main"/>
          <a:p xmlns:a="http://schemas.openxmlformats.org/drawingml/2006/main">
            <a:pPr algn="ctr">
              <a:defRPr sz="1350" b="0">
                <a:solidFill>
                  <a:srgbClr val="A9B0CB"/>
                </a:solidFill>
                <a:latin typeface="Arial"/>
                <a:ea typeface="Arial"/>
                <a:cs typeface="Arial"/>
              </a:defRPr>
            </a:pPr>
            <a:r>
              <a:rPr sz="1350" b="0">
                <a:solidFill>
                  <a:srgbClr val="A9B0CB"/>
                </a:solidFill>
                <a:latin typeface="Arial"/>
                <a:ea typeface="Arial"/>
                <a:cs typeface="Arial"/>
              </a:rPr>
              <a:t>User-owned records</a:t>
            </a:r>
          </a:p>
        </p:txBody>
      </p:sp>
      <p:sp>
        <p:nvSpPr>
          <p:cNvPr id="28" name="be-node-6">
            <a:extLst xmlns:a="http://schemas.openxmlformats.org/drawingml/2006/main">
              <a:ext uri="{FF2B5EF4-FFF2-40B4-BE49-F238E27FC236}">
                <a16:creationId xmlns:a16="http://schemas.microsoft.com/office/drawing/2014/main" id="{D084526C-AE5B-4530-B0EA-02F04A5822E7}"/>
              </a:ext>
            </a:extLst>
          </p:cNvPr>
          <p:cNvSpPr>
            <a:spLocks xmlns:a="http://schemas.openxmlformats.org/drawingml/2006/main" noGrp="1"/>
          </p:cNvSpPr>
          <p:nvPr/>
        </p:nvSpPr>
        <p:spPr>
          <a:xfrm xmlns:a="http://schemas.openxmlformats.org/drawingml/2006/main">
            <a:off x="3009900" y="4095750"/>
            <a:ext cx="1752600" cy="1123950"/>
          </a:xfrm>
          <a:prstGeom xmlns:a="http://schemas.openxmlformats.org/drawingml/2006/main" prst="roundRect">
            <a:avLst>
              <a:gd name="adj" fmla="val 10169"/>
            </a:avLst>
          </a:prstGeom>
          <a:solidFill xmlns:a="http://schemas.openxmlformats.org/drawingml/2006/main">
            <a:srgbClr val="181D38"/>
          </a:solidFill>
          <a:ln xmlns:a="http://schemas.openxmlformats.org/drawingml/2006/main" w="9525">
            <a:solidFill>
              <a:srgbClr val="313858"/>
            </a:solidFill>
            <a:prstDash val="solid"/>
          </a:ln>
        </p:spPr>
      </p:sp>
      <p:sp>
        <p:nvSpPr>
          <p:cNvPr id="29" name="be-head-6">
            <a:extLst xmlns:a="http://schemas.openxmlformats.org/drawingml/2006/main">
              <a:ext uri="{FF2B5EF4-FFF2-40B4-BE49-F238E27FC236}">
                <a16:creationId xmlns:a16="http://schemas.microsoft.com/office/drawing/2014/main" id="{6F212D75-DF37-40DB-A47F-24D864F5A8AB}"/>
              </a:ext>
            </a:extLst>
          </p:cNvPr>
          <p:cNvSpPr>
            <a:spLocks xmlns:a="http://schemas.openxmlformats.org/drawingml/2006/main" noGrp="1"/>
          </p:cNvSpPr>
          <p:nvPr/>
        </p:nvSpPr>
        <p:spPr>
          <a:xfrm xmlns:a="http://schemas.openxmlformats.org/drawingml/2006/main">
            <a:off x="3143250" y="4229100"/>
            <a:ext cx="14859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0" b="1">
                <a:solidFill>
                  <a:srgbClr val="F7F7FF"/>
                </a:solidFill>
                <a:latin typeface="Arial"/>
                <a:ea typeface="Arial"/>
                <a:cs typeface="Arial"/>
              </a:defRPr>
            </a:pPr>
            <a:r>
              <a:rPr sz="1650" b="1">
                <a:solidFill>
                  <a:srgbClr val="F7F7FF"/>
                </a:solidFill>
                <a:latin typeface="Arial"/>
                <a:ea typeface="Arial"/>
                <a:cs typeface="Arial"/>
              </a:rPr>
              <a:t>🧮 Engine</a:t>
            </a:r>
          </a:p>
        </p:txBody>
      </p:sp>
      <p:sp>
        <p:nvSpPr>
          <p:cNvPr id="30" name="be-body-6">
            <a:extLst xmlns:a="http://schemas.openxmlformats.org/drawingml/2006/main">
              <a:ext uri="{FF2B5EF4-FFF2-40B4-BE49-F238E27FC236}">
                <a16:creationId xmlns:a16="http://schemas.microsoft.com/office/drawing/2014/main" id="{EAF62FAC-F11B-4E90-9EA0-63520243D83A}"/>
              </a:ext>
            </a:extLst>
          </p:cNvPr>
          <p:cNvSpPr>
            <a:spLocks xmlns:a="http://schemas.openxmlformats.org/drawingml/2006/main" noGrp="1"/>
          </p:cNvSpPr>
          <p:nvPr/>
        </p:nvSpPr>
        <p:spPr>
          <a:xfrm xmlns:a="http://schemas.openxmlformats.org/drawingml/2006/main">
            <a:off x="3143250" y="4610100"/>
            <a:ext cx="14859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90780"/>
          </a:bodyPr>
          <a:lstStyle xmlns:a="http://schemas.openxmlformats.org/drawingml/2006/main"/>
          <a:p xmlns:a="http://schemas.openxmlformats.org/drawingml/2006/main">
            <a:pPr algn="ctr">
              <a:defRPr sz="1350" b="0">
                <a:solidFill>
                  <a:srgbClr val="A9B0CB"/>
                </a:solidFill>
                <a:latin typeface="Arial"/>
                <a:ea typeface="Arial"/>
                <a:cs typeface="Arial"/>
              </a:defRPr>
            </a:pPr>
            <a:r>
              <a:rPr sz="1350" b="0">
                <a:solidFill>
                  <a:srgbClr val="A9B0CB"/>
                </a:solidFill>
                <a:latin typeface="Arial"/>
                <a:ea typeface="Arial"/>
                <a:cs typeface="Arial"/>
              </a:rPr>
              <a:t>Project + recommend</a:t>
            </a:r>
          </a:p>
        </p:txBody>
      </p:sp>
      <p:sp>
        <p:nvSpPr>
          <p:cNvPr id="31" name="be-status">
            <a:extLst xmlns:a="http://schemas.openxmlformats.org/drawingml/2006/main">
              <a:ext uri="{FF2B5EF4-FFF2-40B4-BE49-F238E27FC236}">
                <a16:creationId xmlns:a16="http://schemas.microsoft.com/office/drawing/2014/main" id="{8786ACA7-987D-4A5B-95BA-0BC52B2C232E}"/>
              </a:ext>
            </a:extLst>
          </p:cNvPr>
          <p:cNvSpPr>
            <a:spLocks xmlns:a="http://schemas.openxmlformats.org/drawingml/2006/main" noGrp="1"/>
          </p:cNvSpPr>
          <p:nvPr/>
        </p:nvSpPr>
        <p:spPr>
          <a:xfrm xmlns:a="http://schemas.openxmlformats.org/drawingml/2006/main">
            <a:off x="609600" y="5753100"/>
            <a:ext cx="3143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650" b="1">
                <a:solidFill>
                  <a:srgbClr val="FFB84D"/>
                </a:solidFill>
                <a:latin typeface="Arial"/>
                <a:ea typeface="Arial"/>
                <a:cs typeface="Arial"/>
              </a:defRPr>
            </a:pPr>
            <a:r>
              <a:rPr sz="1650" b="1">
                <a:solidFill>
                  <a:srgbClr val="FFB84D"/>
                </a:solidFill>
                <a:latin typeface="Arial"/>
                <a:ea typeface="Arial"/>
                <a:cs typeface="Arial"/>
              </a:rPr>
              <a:t>Planned production evolution</a:t>
            </a:r>
          </a:p>
        </p:txBody>
      </p:sp>
      <p:sp>
        <p:nvSpPr>
          <p:cNvPr id="32" name="be-status-body">
            <a:extLst xmlns:a="http://schemas.openxmlformats.org/drawingml/2006/main">
              <a:ext uri="{FF2B5EF4-FFF2-40B4-BE49-F238E27FC236}">
                <a16:creationId xmlns:a16="http://schemas.microsoft.com/office/drawing/2014/main" id="{A9759507-EE9C-4729-B8B7-D63EC3DB8610}"/>
              </a:ext>
            </a:extLst>
          </p:cNvPr>
          <p:cNvSpPr>
            <a:spLocks xmlns:a="http://schemas.openxmlformats.org/drawingml/2006/main" noGrp="1"/>
          </p:cNvSpPr>
          <p:nvPr/>
        </p:nvSpPr>
        <p:spPr>
          <a:xfrm xmlns:a="http://schemas.openxmlformats.org/drawingml/2006/main">
            <a:off x="3905250" y="57531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500" b="0">
                <a:solidFill>
                  <a:srgbClr val="A9B0CB"/>
                </a:solidFill>
                <a:latin typeface="Arial"/>
                <a:ea typeface="Arial"/>
                <a:cs typeface="Arial"/>
              </a:defRPr>
            </a:pPr>
            <a:r>
              <a:rPr sz="1500" b="0">
                <a:solidFill>
                  <a:srgbClr val="A9B0CB"/>
                </a:solidFill>
                <a:latin typeface="Arial"/>
                <a:ea typeface="Arial"/>
                <a:cs typeface="Arial"/>
              </a:rPr>
              <a:t>The public demo does not yet store or analyse uploaded documents.</a:t>
            </a:r>
          </a:p>
        </p:txBody>
      </p:sp>
    </p:spTree>
    <p:extLst>
      <p:ext uri="{BB962C8B-B14F-4D97-AF65-F5344CB8AC3E}">
        <p14:creationId xmlns:p14="http://schemas.microsoft.com/office/powerpoint/2010/main" val="123385819"/>
      </p:ext>
    </p:extLst>
  </p:cSld>
</p:sld>
</file>

<file path=ppt/slides/slide7.xml><?xml version="1.0" encoding="utf-8"?>
<p:sld xmlns:p="http://schemas.openxmlformats.org/presentationml/2006/main">
  <p:cSld>
    <p:bg>
      <p:bgPr>
        <a:solidFill xmlns:a="http://schemas.openxmlformats.org/drawingml/2006/main">
          <a:srgbClr val="090B1A"/>
        </a:solidFill>
      </p:bgPr>
    </p:bg>
    <p:spTree>
      <p:nvGrpSpPr>
        <p:cNvPr id="1" name=""/>
        <p:cNvGrpSpPr/>
        <p:nvPr/>
      </p:nvGrpSpPr>
      <p:grpSpPr>
        <a:xfrm xmlns:a="http://schemas.openxmlformats.org/drawingml/2006/main"/>
      </p:grpSpPr>
      <p:sp>
        <p:nvSpPr>
          <p:cNvPr id="24" name="eyebrow-7">
            <a:extLst xmlns:a="http://schemas.openxmlformats.org/drawingml/2006/main">
              <a:ext uri="{FF2B5EF4-FFF2-40B4-BE49-F238E27FC236}">
                <a16:creationId xmlns:a16="http://schemas.microsoft.com/office/drawing/2014/main" id="{EED0A16B-A155-418B-927A-4EE2685852F2}"/>
              </a:ext>
            </a:extLst>
          </p:cNvPr>
          <p:cNvSpPr>
            <a:spLocks xmlns:a="http://schemas.openxmlformats.org/drawingml/2006/main" noGrp="1"/>
          </p:cNvSpPr>
          <p:nvPr/>
        </p:nvSpPr>
        <p:spPr>
          <a:xfrm xmlns:a="http://schemas.openxmlformats.org/drawingml/2006/main">
            <a:off x="609600" y="400050"/>
            <a:ext cx="6858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200" b="1">
                <a:solidFill>
                  <a:srgbClr val="35D6D0"/>
                </a:solidFill>
                <a:latin typeface="Arial"/>
                <a:ea typeface="Arial"/>
                <a:cs typeface="Arial"/>
              </a:defRPr>
            </a:pPr>
            <a:r>
              <a:rPr sz="1200" b="1">
                <a:solidFill>
                  <a:srgbClr val="35D6D0"/>
                </a:solidFill>
                <a:latin typeface="Arial"/>
                <a:ea typeface="Arial"/>
                <a:cs typeface="Arial"/>
              </a:rPr>
              <a:t>THE OUTCOME</a:t>
            </a:r>
          </a:p>
        </p:txBody>
      </p:sp>
      <p:sp>
        <p:nvSpPr>
          <p:cNvPr id="2" name="title-7">
            <a:extLst xmlns:a="http://schemas.openxmlformats.org/drawingml/2006/main">
              <a:ext uri="{FF2B5EF4-FFF2-40B4-BE49-F238E27FC236}">
                <a16:creationId xmlns:a16="http://schemas.microsoft.com/office/drawing/2014/main" id="{F31459E7-B72A-40C4-A778-7C8FF1C996A3}"/>
              </a:ext>
            </a:extLst>
          </p:cNvPr>
          <p:cNvSpPr>
            <a:spLocks xmlns:a="http://schemas.openxmlformats.org/drawingml/2006/main" noGrp="1"/>
          </p:cNvSpPr>
          <p:nvPr/>
        </p:nvSpPr>
        <p:spPr>
          <a:xfrm xmlns:a="http://schemas.openxmlformats.org/drawingml/2006/main">
            <a:off x="609600" y="742950"/>
            <a:ext cx="1090612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3600" b="1">
                <a:solidFill>
                  <a:srgbClr val="F7F7FF"/>
                </a:solidFill>
                <a:latin typeface="Arial"/>
                <a:ea typeface="Arial"/>
                <a:cs typeface="Arial"/>
              </a:defRPr>
            </a:pPr>
            <a:r>
              <a:rPr sz="3600" b="1">
                <a:solidFill>
                  <a:srgbClr val="F7F7FF"/>
                </a:solidFill>
                <a:latin typeface="Arial"/>
                <a:ea typeface="Arial"/>
                <a:cs typeface="Arial"/>
              </a:rPr>
              <a:t>LifeROI makes progress visible and actionable</a:t>
            </a:r>
          </a:p>
        </p:txBody>
      </p:sp>
      <p:sp>
        <p:nvSpPr>
          <p:cNvPr id="3" name="page-7">
            <a:extLst xmlns:a="http://schemas.openxmlformats.org/drawingml/2006/main">
              <a:ext uri="{FF2B5EF4-FFF2-40B4-BE49-F238E27FC236}">
                <a16:creationId xmlns:a16="http://schemas.microsoft.com/office/drawing/2014/main" id="{8FE5FC2F-59CA-4F5A-B76E-3DA3DC74BE87}"/>
              </a:ext>
            </a:extLst>
          </p:cNvPr>
          <p:cNvSpPr>
            <a:spLocks xmlns:a="http://schemas.openxmlformats.org/drawingml/2006/main" noGrp="1"/>
          </p:cNvSpPr>
          <p:nvPr/>
        </p:nvSpPr>
        <p:spPr>
          <a:xfrm xmlns:a="http://schemas.openxmlformats.org/drawingml/2006/main">
            <a:off x="11239500" y="619125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r">
              <a:defRPr sz="1200" b="0">
                <a:solidFill>
                  <a:srgbClr val="A9B0CB"/>
                </a:solidFill>
                <a:latin typeface="Arial"/>
                <a:ea typeface="Arial"/>
                <a:cs typeface="Arial"/>
              </a:defRPr>
            </a:pPr>
            <a:r>
              <a:rPr sz="1200" b="0">
                <a:solidFill>
                  <a:srgbClr val="A9B0CB"/>
                </a:solidFill>
                <a:latin typeface="Arial"/>
                <a:ea typeface="Arial"/>
                <a:cs typeface="Arial"/>
              </a:rPr>
              <a:t>07</a:t>
            </a:r>
          </a:p>
        </p:txBody>
      </p:sp>
      <p:sp>
        <p:nvSpPr>
          <p:cNvPr id="4" name="close-quote">
            <a:extLst xmlns:a="http://schemas.openxmlformats.org/drawingml/2006/main">
              <a:ext uri="{FF2B5EF4-FFF2-40B4-BE49-F238E27FC236}">
                <a16:creationId xmlns:a16="http://schemas.microsoft.com/office/drawing/2014/main" id="{C46B4339-0FAF-4E70-B2EA-ADC6DD9AA3FD}"/>
              </a:ext>
            </a:extLst>
          </p:cNvPr>
          <p:cNvSpPr>
            <a:spLocks xmlns:a="http://schemas.openxmlformats.org/drawingml/2006/main" noGrp="1"/>
          </p:cNvSpPr>
          <p:nvPr/>
        </p:nvSpPr>
        <p:spPr>
          <a:xfrm xmlns:a="http://schemas.openxmlformats.org/drawingml/2006/main">
            <a:off x="1009650" y="1828800"/>
            <a:ext cx="101727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3150" b="1">
                <a:solidFill>
                  <a:srgbClr val="F7F7FF"/>
                </a:solidFill>
                <a:latin typeface="Arial"/>
                <a:ea typeface="Arial"/>
                <a:cs typeface="Arial"/>
              </a:defRPr>
            </a:pPr>
            <a:r>
              <a:rPr sz="3150" b="1">
                <a:solidFill>
                  <a:srgbClr val="F7F7FF"/>
                </a:solidFill>
                <a:latin typeface="Arial"/>
                <a:ea typeface="Arial"/>
                <a:cs typeface="Arial"/>
              </a:rPr>
              <a:t>“What could my life become if I saved a little more?”</a:t>
            </a:r>
          </a:p>
        </p:txBody>
      </p:sp>
      <p:sp>
        <p:nvSpPr>
          <p:cNvPr id="5" name="close-step-0">
            <a:extLst xmlns:a="http://schemas.openxmlformats.org/drawingml/2006/main">
              <a:ext uri="{FF2B5EF4-FFF2-40B4-BE49-F238E27FC236}">
                <a16:creationId xmlns:a16="http://schemas.microsoft.com/office/drawing/2014/main" id="{BE233330-F8C9-4F79-94F6-EF672DEF0241}"/>
              </a:ext>
            </a:extLst>
          </p:cNvPr>
          <p:cNvSpPr>
            <a:spLocks xmlns:a="http://schemas.openxmlformats.org/drawingml/2006/main" noGrp="1"/>
          </p:cNvSpPr>
          <p:nvPr/>
        </p:nvSpPr>
        <p:spPr>
          <a:xfrm xmlns:a="http://schemas.openxmlformats.org/drawingml/2006/main">
            <a:off x="781050" y="3219450"/>
            <a:ext cx="552450" cy="552450"/>
          </a:xfrm>
          <a:prstGeom xmlns:a="http://schemas.openxmlformats.org/drawingml/2006/main" prst="ellipse">
            <a:avLst/>
          </a:prstGeom>
          <a:solidFill xmlns:a="http://schemas.openxmlformats.org/drawingml/2006/main">
            <a:srgbClr val="35D6D0"/>
          </a:solidFill>
          <a:ln xmlns:a="http://schemas.openxmlformats.org/drawingml/2006/main" w="0">
            <a:solidFill>
              <a:srgbClr val="35D6D0"/>
            </a:solidFill>
            <a:prstDash val="solid"/>
          </a:ln>
        </p:spPr>
      </p:sp>
      <p:sp>
        <p:nvSpPr>
          <p:cNvPr id="6" name="close-step-0-label">
            <a:extLst xmlns:a="http://schemas.openxmlformats.org/drawingml/2006/main">
              <a:ext uri="{FF2B5EF4-FFF2-40B4-BE49-F238E27FC236}">
                <a16:creationId xmlns:a16="http://schemas.microsoft.com/office/drawing/2014/main" id="{CB0B7DFD-0398-4DE9-BEFF-74F6FA0A289D}"/>
              </a:ext>
            </a:extLst>
          </p:cNvPr>
          <p:cNvSpPr>
            <a:spLocks xmlns:a="http://schemas.openxmlformats.org/drawingml/2006/main" noGrp="1"/>
          </p:cNvSpPr>
          <p:nvPr/>
        </p:nvSpPr>
        <p:spPr>
          <a:xfrm xmlns:a="http://schemas.openxmlformats.org/drawingml/2006/main">
            <a:off x="781050" y="32194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3" b="1">
                <a:solidFill>
                  <a:srgbClr val="FFFFFF"/>
                </a:solidFill>
                <a:latin typeface="Arial"/>
                <a:ea typeface="Arial"/>
                <a:cs typeface="Arial"/>
              </a:defRPr>
            </a:pPr>
            <a:r>
              <a:rPr sz="1653" b="1">
                <a:solidFill>
                  <a:srgbClr val="FFFFFF"/>
                </a:solidFill>
                <a:latin typeface="Arial"/>
                <a:ea typeface="Arial"/>
                <a:cs typeface="Arial"/>
              </a:rPr>
              <a:t>1</a:t>
            </a:r>
          </a:p>
        </p:txBody>
      </p:sp>
      <p:sp>
        <p:nvSpPr>
          <p:cNvPr id="7" name="close-head-0">
            <a:extLst xmlns:a="http://schemas.openxmlformats.org/drawingml/2006/main">
              <a:ext uri="{FF2B5EF4-FFF2-40B4-BE49-F238E27FC236}">
                <a16:creationId xmlns:a16="http://schemas.microsoft.com/office/drawing/2014/main" id="{75390B64-1FD0-4210-A45E-E55BC592ADF4}"/>
              </a:ext>
            </a:extLst>
          </p:cNvPr>
          <p:cNvSpPr>
            <a:spLocks xmlns:a="http://schemas.openxmlformats.org/drawingml/2006/main" noGrp="1"/>
          </p:cNvSpPr>
          <p:nvPr/>
        </p:nvSpPr>
        <p:spPr>
          <a:xfrm xmlns:a="http://schemas.openxmlformats.org/drawingml/2006/main">
            <a:off x="1504950" y="31432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F7F7FF"/>
                </a:solidFill>
                <a:latin typeface="Arial"/>
                <a:ea typeface="Arial"/>
                <a:cs typeface="Arial"/>
              </a:defRPr>
            </a:pPr>
            <a:r>
              <a:rPr sz="1725" b="1">
                <a:solidFill>
                  <a:srgbClr val="F7F7FF"/>
                </a:solidFill>
                <a:latin typeface="Arial"/>
                <a:ea typeface="Arial"/>
                <a:cs typeface="Arial"/>
              </a:rPr>
              <a:t>Generate data</a:t>
            </a:r>
          </a:p>
        </p:txBody>
      </p:sp>
      <p:sp>
        <p:nvSpPr>
          <p:cNvPr id="8" name="close-body-0">
            <a:extLst xmlns:a="http://schemas.openxmlformats.org/drawingml/2006/main">
              <a:ext uri="{FF2B5EF4-FFF2-40B4-BE49-F238E27FC236}">
                <a16:creationId xmlns:a16="http://schemas.microsoft.com/office/drawing/2014/main" id="{70ADDBD3-7C8D-48B6-9D2E-2309EACAB8DD}"/>
              </a:ext>
            </a:extLst>
          </p:cNvPr>
          <p:cNvSpPr>
            <a:spLocks xmlns:a="http://schemas.openxmlformats.org/drawingml/2006/main" noGrp="1"/>
          </p:cNvSpPr>
          <p:nvPr/>
        </p:nvSpPr>
        <p:spPr>
          <a:xfrm xmlns:a="http://schemas.openxmlformats.org/drawingml/2006/main">
            <a:off x="1504950" y="3562350"/>
            <a:ext cx="180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0">
                <a:solidFill>
                  <a:srgbClr val="A9B0CB"/>
                </a:solidFill>
                <a:latin typeface="Arial"/>
                <a:ea typeface="Arial"/>
                <a:cs typeface="Arial"/>
              </a:defRPr>
            </a:pPr>
            <a:r>
              <a:rPr sz="1350" b="0">
                <a:solidFill>
                  <a:srgbClr val="A9B0CB"/>
                </a:solidFill>
                <a:latin typeface="Arial"/>
                <a:ea typeface="Arial"/>
                <a:cs typeface="Arial"/>
              </a:rPr>
              <a:t>Create a unique resource story</a:t>
            </a:r>
          </a:p>
        </p:txBody>
      </p:sp>
      <p:sp>
        <p:nvSpPr>
          <p:cNvPr id="9" name="close-step-1">
            <a:extLst xmlns:a="http://schemas.openxmlformats.org/drawingml/2006/main">
              <a:ext uri="{FF2B5EF4-FFF2-40B4-BE49-F238E27FC236}">
                <a16:creationId xmlns:a16="http://schemas.microsoft.com/office/drawing/2014/main" id="{14C6795D-ED47-483B-B378-190D10B24E72}"/>
              </a:ext>
            </a:extLst>
          </p:cNvPr>
          <p:cNvSpPr>
            <a:spLocks xmlns:a="http://schemas.openxmlformats.org/drawingml/2006/main" noGrp="1"/>
          </p:cNvSpPr>
          <p:nvPr/>
        </p:nvSpPr>
        <p:spPr>
          <a:xfrm xmlns:a="http://schemas.openxmlformats.org/drawingml/2006/main">
            <a:off x="3638550" y="3219450"/>
            <a:ext cx="552450" cy="552450"/>
          </a:xfrm>
          <a:prstGeom xmlns:a="http://schemas.openxmlformats.org/drawingml/2006/main" prst="ellipse">
            <a:avLst/>
          </a:prstGeom>
          <a:solidFill xmlns:a="http://schemas.openxmlformats.org/drawingml/2006/main">
            <a:srgbClr val="7C6CFF"/>
          </a:solidFill>
          <a:ln xmlns:a="http://schemas.openxmlformats.org/drawingml/2006/main" w="0">
            <a:solidFill>
              <a:srgbClr val="7C6CFF"/>
            </a:solidFill>
            <a:prstDash val="solid"/>
          </a:ln>
        </p:spPr>
      </p:sp>
      <p:sp>
        <p:nvSpPr>
          <p:cNvPr id="10" name="close-step-1-label">
            <a:extLst xmlns:a="http://schemas.openxmlformats.org/drawingml/2006/main">
              <a:ext uri="{FF2B5EF4-FFF2-40B4-BE49-F238E27FC236}">
                <a16:creationId xmlns:a16="http://schemas.microsoft.com/office/drawing/2014/main" id="{F0D14A65-40D5-43F0-97C9-20D971A76EE2}"/>
              </a:ext>
            </a:extLst>
          </p:cNvPr>
          <p:cNvSpPr>
            <a:spLocks xmlns:a="http://schemas.openxmlformats.org/drawingml/2006/main" noGrp="1"/>
          </p:cNvSpPr>
          <p:nvPr/>
        </p:nvSpPr>
        <p:spPr>
          <a:xfrm xmlns:a="http://schemas.openxmlformats.org/drawingml/2006/main">
            <a:off x="3638550" y="32194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3" b="1">
                <a:solidFill>
                  <a:srgbClr val="FFFFFF"/>
                </a:solidFill>
                <a:latin typeface="Arial"/>
                <a:ea typeface="Arial"/>
                <a:cs typeface="Arial"/>
              </a:defRPr>
            </a:pPr>
            <a:r>
              <a:rPr sz="1653" b="1">
                <a:solidFill>
                  <a:srgbClr val="FFFFFF"/>
                </a:solidFill>
                <a:latin typeface="Arial"/>
                <a:ea typeface="Arial"/>
                <a:cs typeface="Arial"/>
              </a:rPr>
              <a:t>2</a:t>
            </a:r>
          </a:p>
        </p:txBody>
      </p:sp>
      <p:sp>
        <p:nvSpPr>
          <p:cNvPr id="11" name="close-head-1">
            <a:extLst xmlns:a="http://schemas.openxmlformats.org/drawingml/2006/main">
              <a:ext uri="{FF2B5EF4-FFF2-40B4-BE49-F238E27FC236}">
                <a16:creationId xmlns:a16="http://schemas.microsoft.com/office/drawing/2014/main" id="{B6661697-8BBE-47A3-B518-FFED2F0595E4}"/>
              </a:ext>
            </a:extLst>
          </p:cNvPr>
          <p:cNvSpPr>
            <a:spLocks xmlns:a="http://schemas.openxmlformats.org/drawingml/2006/main" noGrp="1"/>
          </p:cNvSpPr>
          <p:nvPr/>
        </p:nvSpPr>
        <p:spPr>
          <a:xfrm xmlns:a="http://schemas.openxmlformats.org/drawingml/2006/main">
            <a:off x="4362450" y="31432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F7F7FF"/>
                </a:solidFill>
                <a:latin typeface="Arial"/>
                <a:ea typeface="Arial"/>
                <a:cs typeface="Arial"/>
              </a:defRPr>
            </a:pPr>
            <a:r>
              <a:rPr sz="1725" b="1">
                <a:solidFill>
                  <a:srgbClr val="F7F7FF"/>
                </a:solidFill>
                <a:latin typeface="Arial"/>
                <a:ea typeface="Arial"/>
                <a:cs typeface="Arial"/>
              </a:rPr>
              <a:t>Explore impact</a:t>
            </a:r>
          </a:p>
        </p:txBody>
      </p:sp>
      <p:sp>
        <p:nvSpPr>
          <p:cNvPr id="12" name="close-body-1">
            <a:extLst xmlns:a="http://schemas.openxmlformats.org/drawingml/2006/main">
              <a:ext uri="{FF2B5EF4-FFF2-40B4-BE49-F238E27FC236}">
                <a16:creationId xmlns:a16="http://schemas.microsoft.com/office/drawing/2014/main" id="{EF513557-1434-44CE-9B80-312C49293CC6}"/>
              </a:ext>
            </a:extLst>
          </p:cNvPr>
          <p:cNvSpPr>
            <a:spLocks xmlns:a="http://schemas.openxmlformats.org/drawingml/2006/main" noGrp="1"/>
          </p:cNvSpPr>
          <p:nvPr/>
        </p:nvSpPr>
        <p:spPr>
          <a:xfrm xmlns:a="http://schemas.openxmlformats.org/drawingml/2006/main">
            <a:off x="4362450" y="3562350"/>
            <a:ext cx="180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0">
                <a:solidFill>
                  <a:srgbClr val="A9B0CB"/>
                </a:solidFill>
                <a:latin typeface="Arial"/>
                <a:ea typeface="Arial"/>
                <a:cs typeface="Arial"/>
              </a:defRPr>
            </a:pPr>
            <a:r>
              <a:rPr sz="1350" b="0">
                <a:solidFill>
                  <a:srgbClr val="A9B0CB"/>
                </a:solidFill>
                <a:latin typeface="Arial"/>
                <a:ea typeface="Arial"/>
                <a:cs typeface="Arial"/>
              </a:rPr>
              <a:t>Open money, time and energy</a:t>
            </a:r>
          </a:p>
        </p:txBody>
      </p:sp>
      <p:sp>
        <p:nvSpPr>
          <p:cNvPr id="13" name="close-step-2">
            <a:extLst xmlns:a="http://schemas.openxmlformats.org/drawingml/2006/main">
              <a:ext uri="{FF2B5EF4-FFF2-40B4-BE49-F238E27FC236}">
                <a16:creationId xmlns:a16="http://schemas.microsoft.com/office/drawing/2014/main" id="{D74C0D00-9837-4237-B8CB-4E314E0F64C8}"/>
              </a:ext>
            </a:extLst>
          </p:cNvPr>
          <p:cNvSpPr>
            <a:spLocks xmlns:a="http://schemas.openxmlformats.org/drawingml/2006/main" noGrp="1"/>
          </p:cNvSpPr>
          <p:nvPr/>
        </p:nvSpPr>
        <p:spPr>
          <a:xfrm xmlns:a="http://schemas.openxmlformats.org/drawingml/2006/main">
            <a:off x="6496050" y="3219450"/>
            <a:ext cx="552450" cy="552450"/>
          </a:xfrm>
          <a:prstGeom xmlns:a="http://schemas.openxmlformats.org/drawingml/2006/main" prst="ellipse">
            <a:avLst/>
          </a:prstGeom>
          <a:solidFill xmlns:a="http://schemas.openxmlformats.org/drawingml/2006/main">
            <a:srgbClr val="35D6D0"/>
          </a:solidFill>
          <a:ln xmlns:a="http://schemas.openxmlformats.org/drawingml/2006/main" w="0">
            <a:solidFill>
              <a:srgbClr val="35D6D0"/>
            </a:solidFill>
            <a:prstDash val="solid"/>
          </a:ln>
        </p:spPr>
      </p:sp>
      <p:sp>
        <p:nvSpPr>
          <p:cNvPr id="14" name="close-step-2-label">
            <a:extLst xmlns:a="http://schemas.openxmlformats.org/drawingml/2006/main">
              <a:ext uri="{FF2B5EF4-FFF2-40B4-BE49-F238E27FC236}">
                <a16:creationId xmlns:a16="http://schemas.microsoft.com/office/drawing/2014/main" id="{072C9B76-BE69-4B82-8728-068803186128}"/>
              </a:ext>
            </a:extLst>
          </p:cNvPr>
          <p:cNvSpPr>
            <a:spLocks xmlns:a="http://schemas.openxmlformats.org/drawingml/2006/main" noGrp="1"/>
          </p:cNvSpPr>
          <p:nvPr/>
        </p:nvSpPr>
        <p:spPr>
          <a:xfrm xmlns:a="http://schemas.openxmlformats.org/drawingml/2006/main">
            <a:off x="6496050" y="32194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3" b="1">
                <a:solidFill>
                  <a:srgbClr val="FFFFFF"/>
                </a:solidFill>
                <a:latin typeface="Arial"/>
                <a:ea typeface="Arial"/>
                <a:cs typeface="Arial"/>
              </a:defRPr>
            </a:pPr>
            <a:r>
              <a:rPr sz="1653" b="1">
                <a:solidFill>
                  <a:srgbClr val="FFFFFF"/>
                </a:solidFill>
                <a:latin typeface="Arial"/>
                <a:ea typeface="Arial"/>
                <a:cs typeface="Arial"/>
              </a:rPr>
              <a:t>3</a:t>
            </a:r>
          </a:p>
        </p:txBody>
      </p:sp>
      <p:sp>
        <p:nvSpPr>
          <p:cNvPr id="15" name="close-head-2">
            <a:extLst xmlns:a="http://schemas.openxmlformats.org/drawingml/2006/main">
              <a:ext uri="{FF2B5EF4-FFF2-40B4-BE49-F238E27FC236}">
                <a16:creationId xmlns:a16="http://schemas.microsoft.com/office/drawing/2014/main" id="{7C0C9601-9EC4-46FB-B5F0-811B806CB86A}"/>
              </a:ext>
            </a:extLst>
          </p:cNvPr>
          <p:cNvSpPr>
            <a:spLocks xmlns:a="http://schemas.openxmlformats.org/drawingml/2006/main" noGrp="1"/>
          </p:cNvSpPr>
          <p:nvPr/>
        </p:nvSpPr>
        <p:spPr>
          <a:xfrm xmlns:a="http://schemas.openxmlformats.org/drawingml/2006/main">
            <a:off x="7219950" y="31432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F7F7FF"/>
                </a:solidFill>
                <a:latin typeface="Arial"/>
                <a:ea typeface="Arial"/>
                <a:cs typeface="Arial"/>
              </a:defRPr>
            </a:pPr>
            <a:r>
              <a:rPr sz="1725" b="1">
                <a:solidFill>
                  <a:srgbClr val="F7F7FF"/>
                </a:solidFill>
                <a:latin typeface="Arial"/>
                <a:ea typeface="Arial"/>
                <a:cs typeface="Arial"/>
              </a:rPr>
              <a:t>Change inputs</a:t>
            </a:r>
          </a:p>
        </p:txBody>
      </p:sp>
      <p:sp>
        <p:nvSpPr>
          <p:cNvPr id="16" name="close-body-2">
            <a:extLst xmlns:a="http://schemas.openxmlformats.org/drawingml/2006/main">
              <a:ext uri="{FF2B5EF4-FFF2-40B4-BE49-F238E27FC236}">
                <a16:creationId xmlns:a16="http://schemas.microsoft.com/office/drawing/2014/main" id="{410E2612-9466-41E9-9C74-42316A8C0AFB}"/>
              </a:ext>
            </a:extLst>
          </p:cNvPr>
          <p:cNvSpPr>
            <a:spLocks xmlns:a="http://schemas.openxmlformats.org/drawingml/2006/main" noGrp="1"/>
          </p:cNvSpPr>
          <p:nvPr/>
        </p:nvSpPr>
        <p:spPr>
          <a:xfrm xmlns:a="http://schemas.openxmlformats.org/drawingml/2006/main">
            <a:off x="7219950" y="3562350"/>
            <a:ext cx="180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0">
                <a:solidFill>
                  <a:srgbClr val="A9B0CB"/>
                </a:solidFill>
                <a:latin typeface="Arial"/>
                <a:ea typeface="Arial"/>
                <a:cs typeface="Arial"/>
              </a:defRPr>
            </a:pPr>
            <a:r>
              <a:rPr sz="1350" b="0">
                <a:solidFill>
                  <a:srgbClr val="A9B0CB"/>
                </a:solidFill>
                <a:latin typeface="Arial"/>
                <a:ea typeface="Arial"/>
                <a:cs typeface="Arial"/>
              </a:rPr>
              <a:t>Watch projections respond</a:t>
            </a:r>
          </a:p>
        </p:txBody>
      </p:sp>
      <p:sp>
        <p:nvSpPr>
          <p:cNvPr id="17" name="close-step-3">
            <a:extLst xmlns:a="http://schemas.openxmlformats.org/drawingml/2006/main">
              <a:ext uri="{FF2B5EF4-FFF2-40B4-BE49-F238E27FC236}">
                <a16:creationId xmlns:a16="http://schemas.microsoft.com/office/drawing/2014/main" id="{AECC70FC-B9B9-4527-9B57-28B4D0648274}"/>
              </a:ext>
            </a:extLst>
          </p:cNvPr>
          <p:cNvSpPr>
            <a:spLocks xmlns:a="http://schemas.openxmlformats.org/drawingml/2006/main" noGrp="1"/>
          </p:cNvSpPr>
          <p:nvPr/>
        </p:nvSpPr>
        <p:spPr>
          <a:xfrm xmlns:a="http://schemas.openxmlformats.org/drawingml/2006/main">
            <a:off x="9353550" y="3219450"/>
            <a:ext cx="552450" cy="552450"/>
          </a:xfrm>
          <a:prstGeom xmlns:a="http://schemas.openxmlformats.org/drawingml/2006/main" prst="ellipse">
            <a:avLst/>
          </a:prstGeom>
          <a:solidFill xmlns:a="http://schemas.openxmlformats.org/drawingml/2006/main">
            <a:srgbClr val="7C6CFF"/>
          </a:solidFill>
          <a:ln xmlns:a="http://schemas.openxmlformats.org/drawingml/2006/main" w="0">
            <a:solidFill>
              <a:srgbClr val="7C6CFF"/>
            </a:solidFill>
            <a:prstDash val="solid"/>
          </a:ln>
        </p:spPr>
      </p:sp>
      <p:sp>
        <p:nvSpPr>
          <p:cNvPr id="18" name="close-step-3-label">
            <a:extLst xmlns:a="http://schemas.openxmlformats.org/drawingml/2006/main">
              <a:ext uri="{FF2B5EF4-FFF2-40B4-BE49-F238E27FC236}">
                <a16:creationId xmlns:a16="http://schemas.microsoft.com/office/drawing/2014/main" id="{A31C5E17-2D78-42E4-8A9A-406A0161705D}"/>
              </a:ext>
            </a:extLst>
          </p:cNvPr>
          <p:cNvSpPr>
            <a:spLocks xmlns:a="http://schemas.openxmlformats.org/drawingml/2006/main" noGrp="1"/>
          </p:cNvSpPr>
          <p:nvPr/>
        </p:nvSpPr>
        <p:spPr>
          <a:xfrm xmlns:a="http://schemas.openxmlformats.org/drawingml/2006/main">
            <a:off x="9353550" y="3219450"/>
            <a:ext cx="5524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653" b="1">
                <a:solidFill>
                  <a:srgbClr val="FFFFFF"/>
                </a:solidFill>
                <a:latin typeface="Arial"/>
                <a:ea typeface="Arial"/>
                <a:cs typeface="Arial"/>
              </a:defRPr>
            </a:pPr>
            <a:r>
              <a:rPr sz="1653" b="1">
                <a:solidFill>
                  <a:srgbClr val="FFFFFF"/>
                </a:solidFill>
                <a:latin typeface="Arial"/>
                <a:ea typeface="Arial"/>
                <a:cs typeface="Arial"/>
              </a:rPr>
              <a:t>4</a:t>
            </a:r>
          </a:p>
        </p:txBody>
      </p:sp>
      <p:sp>
        <p:nvSpPr>
          <p:cNvPr id="19" name="close-head-3">
            <a:extLst xmlns:a="http://schemas.openxmlformats.org/drawingml/2006/main">
              <a:ext uri="{FF2B5EF4-FFF2-40B4-BE49-F238E27FC236}">
                <a16:creationId xmlns:a16="http://schemas.microsoft.com/office/drawing/2014/main" id="{F8E45FB0-C51A-4C91-A607-E277BD05CC89}"/>
              </a:ext>
            </a:extLst>
          </p:cNvPr>
          <p:cNvSpPr>
            <a:spLocks xmlns:a="http://schemas.openxmlformats.org/drawingml/2006/main" noGrp="1"/>
          </p:cNvSpPr>
          <p:nvPr/>
        </p:nvSpPr>
        <p:spPr>
          <a:xfrm xmlns:a="http://schemas.openxmlformats.org/drawingml/2006/main">
            <a:off x="10077450" y="3143250"/>
            <a:ext cx="180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725" b="1">
                <a:solidFill>
                  <a:srgbClr val="F7F7FF"/>
                </a:solidFill>
                <a:latin typeface="Arial"/>
                <a:ea typeface="Arial"/>
                <a:cs typeface="Arial"/>
              </a:defRPr>
            </a:pPr>
            <a:r>
              <a:rPr sz="1725" b="1">
                <a:solidFill>
                  <a:srgbClr val="F7F7FF"/>
                </a:solidFill>
                <a:latin typeface="Arial"/>
                <a:ea typeface="Arial"/>
                <a:cs typeface="Arial"/>
              </a:rPr>
              <a:t>Invest savings</a:t>
            </a:r>
          </a:p>
        </p:txBody>
      </p:sp>
      <p:sp>
        <p:nvSpPr>
          <p:cNvPr id="20" name="close-body-3">
            <a:extLst xmlns:a="http://schemas.openxmlformats.org/drawingml/2006/main">
              <a:ext uri="{FF2B5EF4-FFF2-40B4-BE49-F238E27FC236}">
                <a16:creationId xmlns:a16="http://schemas.microsoft.com/office/drawing/2014/main" id="{2354A3BC-DA74-48BB-8E3B-9FC701F3B2DC}"/>
              </a:ext>
            </a:extLst>
          </p:cNvPr>
          <p:cNvSpPr>
            <a:spLocks xmlns:a="http://schemas.openxmlformats.org/drawingml/2006/main" noGrp="1"/>
          </p:cNvSpPr>
          <p:nvPr/>
        </p:nvSpPr>
        <p:spPr>
          <a:xfrm xmlns:a="http://schemas.openxmlformats.org/drawingml/2006/main">
            <a:off x="10077450" y="3562350"/>
            <a:ext cx="18097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l">
              <a:defRPr sz="1350" b="0">
                <a:solidFill>
                  <a:srgbClr val="A9B0CB"/>
                </a:solidFill>
                <a:latin typeface="Arial"/>
                <a:ea typeface="Arial"/>
                <a:cs typeface="Arial"/>
              </a:defRPr>
            </a:pPr>
            <a:r>
              <a:rPr sz="1350" b="0">
                <a:solidFill>
                  <a:srgbClr val="A9B0CB"/>
                </a:solidFill>
                <a:latin typeface="Arial"/>
                <a:ea typeface="Arial"/>
                <a:cs typeface="Arial"/>
              </a:rPr>
              <a:t>Choose a meaningful next step</a:t>
            </a:r>
          </a:p>
        </p:txBody>
      </p:sp>
      <p:sp>
        <p:nvSpPr>
          <p:cNvPr id="21" name="close-link-box">
            <a:extLst xmlns:a="http://schemas.openxmlformats.org/drawingml/2006/main">
              <a:ext uri="{FF2B5EF4-FFF2-40B4-BE49-F238E27FC236}">
                <a16:creationId xmlns:a16="http://schemas.microsoft.com/office/drawing/2014/main" id="{BF35BB82-8277-4AE9-9D92-6F101ABAD4DF}"/>
              </a:ext>
            </a:extLst>
          </p:cNvPr>
          <p:cNvSpPr>
            <a:spLocks xmlns:a="http://schemas.openxmlformats.org/drawingml/2006/main" noGrp="1"/>
          </p:cNvSpPr>
          <p:nvPr/>
        </p:nvSpPr>
        <p:spPr>
          <a:xfrm xmlns:a="http://schemas.openxmlformats.org/drawingml/2006/main">
            <a:off x="1752600" y="4857750"/>
            <a:ext cx="8686800" cy="952500"/>
          </a:xfrm>
          <a:prstGeom xmlns:a="http://schemas.openxmlformats.org/drawingml/2006/main" prst="roundRect">
            <a:avLst>
              <a:gd name="adj" fmla="val 12000"/>
            </a:avLst>
          </a:prstGeom>
          <a:solidFill xmlns:a="http://schemas.openxmlformats.org/drawingml/2006/main">
            <a:srgbClr val="7C6CFF"/>
          </a:solidFill>
          <a:ln xmlns:a="http://schemas.openxmlformats.org/drawingml/2006/main" w="9525">
            <a:solidFill>
              <a:srgbClr val="7C6CFF"/>
            </a:solidFill>
            <a:prstDash val="solid"/>
          </a:ln>
        </p:spPr>
      </p:sp>
      <p:sp>
        <p:nvSpPr>
          <p:cNvPr id="22" name="close-link">
            <a:extLst xmlns:a="http://schemas.openxmlformats.org/drawingml/2006/main">
              <a:ext uri="{FF2B5EF4-FFF2-40B4-BE49-F238E27FC236}">
                <a16:creationId xmlns:a16="http://schemas.microsoft.com/office/drawing/2014/main" id="{0DC99AC4-53D3-4D08-BA1E-30846E8D7FFE}"/>
              </a:ext>
            </a:extLst>
          </p:cNvPr>
          <p:cNvSpPr>
            <a:spLocks xmlns:a="http://schemas.openxmlformats.org/drawingml/2006/main" noGrp="1"/>
          </p:cNvSpPr>
          <p:nvPr/>
        </p:nvSpPr>
        <p:spPr>
          <a:xfrm xmlns:a="http://schemas.openxmlformats.org/drawingml/2006/main">
            <a:off x="2057400" y="4953000"/>
            <a:ext cx="80772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2100" b="1">
                <a:solidFill>
                  <a:srgbClr val="FFFFFF"/>
                </a:solidFill>
                <a:latin typeface="Arial"/>
                <a:ea typeface="Arial"/>
                <a:cs typeface="Arial"/>
              </a:defRPr>
            </a:pPr>
            <a:r>
              <a:rPr sz="2100" b="1">
                <a:solidFill>
                  <a:srgbClr val="FFFFFF"/>
                </a:solidFill>
                <a:latin typeface="Arial"/>
                <a:ea typeface="Arial"/>
                <a:cs typeface="Arial"/>
                <a:hlinkClick xmlns:r="http://schemas.openxmlformats.org/officeDocument/2006/relationships" r:id="Rce072f400a994d2a"/>
              </a:rPr>
              <a:t>CLICK TO OPEN LIFEROI PROJECT ↗</a:t>
            </a:r>
          </a:p>
        </p:txBody>
      </p:sp>
      <p:sp>
        <p:nvSpPr>
          <p:cNvPr id="23" name="close-url">
            <a:extLst xmlns:a="http://schemas.openxmlformats.org/drawingml/2006/main">
              <a:ext uri="{FF2B5EF4-FFF2-40B4-BE49-F238E27FC236}">
                <a16:creationId xmlns:a16="http://schemas.microsoft.com/office/drawing/2014/main" id="{81CC9CA1-41F2-4868-B2FF-651D38AADE0C}"/>
              </a:ext>
            </a:extLst>
          </p:cNvPr>
          <p:cNvSpPr>
            <a:spLocks xmlns:a="http://schemas.openxmlformats.org/drawingml/2006/main" noGrp="1"/>
          </p:cNvSpPr>
          <p:nvPr/>
        </p:nvSpPr>
        <p:spPr>
          <a:xfrm xmlns:a="http://schemas.openxmlformats.org/drawingml/2006/main">
            <a:off x="2057400" y="5381625"/>
            <a:ext cx="80772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ctr">
            <a:normAutofit fontScale="100000"/>
          </a:bodyPr>
          <a:lstStyle xmlns:a="http://schemas.openxmlformats.org/drawingml/2006/main"/>
          <a:p xmlns:a="http://schemas.openxmlformats.org/drawingml/2006/main">
            <a:pPr algn="ctr">
              <a:defRPr sz="1350" b="0">
                <a:solidFill>
                  <a:srgbClr val="FFFFFF"/>
                </a:solidFill>
                <a:latin typeface="Arial"/>
                <a:ea typeface="Arial"/>
                <a:cs typeface="Arial"/>
              </a:defRPr>
            </a:pPr>
            <a:r>
              <a:rPr sz="1350" b="0">
                <a:solidFill>
                  <a:srgbClr val="FFFFFF"/>
                </a:solidFill>
                <a:latin typeface="Arial"/>
                <a:ea typeface="Arial"/>
                <a:cs typeface="Arial"/>
                <a:hlinkClick xmlns:r="http://schemas.openxmlformats.org/officeDocument/2006/relationships" r:id="Rf0204778a4c64913"/>
              </a:rPr>
              <a:t>https://liferoi-resource-intelligence.amsmani1993.chatgpt.site/</a:t>
            </a:r>
          </a:p>
        </p:txBody>
      </p:sp>
    </p:spTree>
    <p:extLst>
      <p:ext uri="{BB962C8B-B14F-4D97-AF65-F5344CB8AC3E}">
        <p14:creationId xmlns:p14="http://schemas.microsoft.com/office/powerpoint/2010/main" val="101394250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2026-08-15T13:16:42.5450000Z</dcterms:created>
  <dcterms:modified xsi:type="dcterms:W3CDTF">2026-08-15T13:16:42.5450000Z</dcterms:modified>
</coreProperties>
</file>